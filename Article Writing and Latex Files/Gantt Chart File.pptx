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3.png" ContentType="image/png"/>
  <Override PartName="/ppt/media/image1.png" ContentType="image/png"/>
  <Override PartName="/ppt/media/image2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1"/>
          <p:cNvGrpSpPr/>
          <p:nvPr/>
        </p:nvGrpSpPr>
        <p:grpSpPr>
          <a:xfrm>
            <a:off x="1890000" y="2549160"/>
            <a:ext cx="6096240" cy="54000"/>
            <a:chOff x="1890000" y="2549160"/>
            <a:chExt cx="6096240" cy="54000"/>
          </a:xfrm>
        </p:grpSpPr>
        <p:sp>
          <p:nvSpPr>
            <p:cNvPr id="39" name="Line 2"/>
            <p:cNvSpPr/>
            <p:nvPr/>
          </p:nvSpPr>
          <p:spPr>
            <a:xfrm>
              <a:off x="1890000" y="2555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" name="Line 3"/>
            <p:cNvSpPr/>
            <p:nvPr/>
          </p:nvSpPr>
          <p:spPr>
            <a:xfrm flipV="1">
              <a:off x="1892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" name="Line 4"/>
            <p:cNvSpPr/>
            <p:nvPr/>
          </p:nvSpPr>
          <p:spPr>
            <a:xfrm flipV="1">
              <a:off x="2194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" name="Line 5"/>
            <p:cNvSpPr/>
            <p:nvPr/>
          </p:nvSpPr>
          <p:spPr>
            <a:xfrm flipV="1">
              <a:off x="2496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" name="Line 6"/>
            <p:cNvSpPr/>
            <p:nvPr/>
          </p:nvSpPr>
          <p:spPr>
            <a:xfrm flipV="1">
              <a:off x="27993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" name="Line 7"/>
            <p:cNvSpPr/>
            <p:nvPr/>
          </p:nvSpPr>
          <p:spPr>
            <a:xfrm flipV="1">
              <a:off x="3412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" name="Line 8"/>
            <p:cNvSpPr/>
            <p:nvPr/>
          </p:nvSpPr>
          <p:spPr>
            <a:xfrm flipV="1">
              <a:off x="43304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" name="Line 9"/>
            <p:cNvSpPr/>
            <p:nvPr/>
          </p:nvSpPr>
          <p:spPr>
            <a:xfrm flipV="1">
              <a:off x="4025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" name="Line 10"/>
            <p:cNvSpPr/>
            <p:nvPr/>
          </p:nvSpPr>
          <p:spPr>
            <a:xfrm flipV="1">
              <a:off x="3720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" name="Line 11"/>
            <p:cNvSpPr/>
            <p:nvPr/>
          </p:nvSpPr>
          <p:spPr>
            <a:xfrm flipV="1">
              <a:off x="3107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" name="Line 12"/>
            <p:cNvSpPr/>
            <p:nvPr/>
          </p:nvSpPr>
          <p:spPr>
            <a:xfrm flipV="1">
              <a:off x="4940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" name="Line 13"/>
            <p:cNvSpPr/>
            <p:nvPr/>
          </p:nvSpPr>
          <p:spPr>
            <a:xfrm flipV="1">
              <a:off x="4631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" name="Line 14"/>
            <p:cNvSpPr/>
            <p:nvPr/>
          </p:nvSpPr>
          <p:spPr>
            <a:xfrm flipV="1">
              <a:off x="524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" name="Line 15"/>
            <p:cNvSpPr/>
            <p:nvPr/>
          </p:nvSpPr>
          <p:spPr>
            <a:xfrm flipV="1">
              <a:off x="6158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" name="Line 16"/>
            <p:cNvSpPr/>
            <p:nvPr/>
          </p:nvSpPr>
          <p:spPr>
            <a:xfrm flipV="1">
              <a:off x="6464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" name="Line 17"/>
            <p:cNvSpPr/>
            <p:nvPr/>
          </p:nvSpPr>
          <p:spPr>
            <a:xfrm flipV="1">
              <a:off x="6767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5" name="Line 18"/>
            <p:cNvSpPr/>
            <p:nvPr/>
          </p:nvSpPr>
          <p:spPr>
            <a:xfrm flipV="1">
              <a:off x="7073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6" name="Line 19"/>
            <p:cNvSpPr/>
            <p:nvPr/>
          </p:nvSpPr>
          <p:spPr>
            <a:xfrm flipV="1">
              <a:off x="7376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7" name="Line 20"/>
            <p:cNvSpPr/>
            <p:nvPr/>
          </p:nvSpPr>
          <p:spPr>
            <a:xfrm flipV="1">
              <a:off x="7682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8" name="Line 21"/>
            <p:cNvSpPr/>
            <p:nvPr/>
          </p:nvSpPr>
          <p:spPr>
            <a:xfrm flipV="1">
              <a:off x="7985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9" name="Line 22"/>
            <p:cNvSpPr/>
            <p:nvPr/>
          </p:nvSpPr>
          <p:spPr>
            <a:xfrm flipV="1">
              <a:off x="55476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0" name="Line 23"/>
            <p:cNvSpPr/>
            <p:nvPr/>
          </p:nvSpPr>
          <p:spPr>
            <a:xfrm flipV="1">
              <a:off x="58500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61" name="Table 24"/>
          <p:cNvGraphicFramePr/>
          <p:nvPr/>
        </p:nvGraphicFramePr>
        <p:xfrm>
          <a:off x="2440800" y="2208240"/>
          <a:ext cx="1277640" cy="307080"/>
        </p:xfrm>
        <a:graphic>
          <a:graphicData uri="http://schemas.openxmlformats.org/drawingml/2006/table">
            <a:tbl>
              <a:tblPr/>
              <a:tblGrid>
                <a:gridCol w="1278000"/>
              </a:tblGrid>
              <a:tr h="3074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7,  15,  13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62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63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4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5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6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7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8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9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0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1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2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3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4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5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6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7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8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9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0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1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2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3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4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85" name="Group 48"/>
          <p:cNvGrpSpPr/>
          <p:nvPr/>
        </p:nvGrpSpPr>
        <p:grpSpPr>
          <a:xfrm>
            <a:off x="2250720" y="2552400"/>
            <a:ext cx="190440" cy="54000"/>
            <a:chOff x="2250720" y="2552400"/>
            <a:chExt cx="190440" cy="54000"/>
          </a:xfrm>
        </p:grpSpPr>
        <p:sp>
          <p:nvSpPr>
            <p:cNvPr id="86" name="Line 49"/>
            <p:cNvSpPr/>
            <p:nvPr/>
          </p:nvSpPr>
          <p:spPr>
            <a:xfrm flipV="1">
              <a:off x="2250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7" name="Line 50"/>
            <p:cNvSpPr/>
            <p:nvPr/>
          </p:nvSpPr>
          <p:spPr>
            <a:xfrm flipV="1">
              <a:off x="23119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8" name="Line 51"/>
            <p:cNvSpPr/>
            <p:nvPr/>
          </p:nvSpPr>
          <p:spPr>
            <a:xfrm flipV="1">
              <a:off x="2376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9" name="Line 52"/>
            <p:cNvSpPr/>
            <p:nvPr/>
          </p:nvSpPr>
          <p:spPr>
            <a:xfrm flipV="1">
              <a:off x="244080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0" name="CustomShape 53"/>
          <p:cNvSpPr/>
          <p:nvPr/>
        </p:nvSpPr>
        <p:spPr>
          <a:xfrm>
            <a:off x="2907360" y="1914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CustomShape 54"/>
          <p:cNvSpPr/>
          <p:nvPr/>
        </p:nvSpPr>
        <p:spPr>
          <a:xfrm>
            <a:off x="232668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9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2" name="CustomShape 55"/>
          <p:cNvSpPr/>
          <p:nvPr/>
        </p:nvSpPr>
        <p:spPr>
          <a:xfrm>
            <a:off x="356868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30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93" name="Table 56"/>
          <p:cNvGraphicFramePr/>
          <p:nvPr/>
        </p:nvGraphicFramePr>
        <p:xfrm>
          <a:off x="3719880" y="2209680"/>
          <a:ext cx="1706040" cy="306720"/>
        </p:xfrm>
        <a:graphic>
          <a:graphicData uri="http://schemas.openxmlformats.org/drawingml/2006/table">
            <a:tbl>
              <a:tblPr/>
              <a:tblGrid>
                <a:gridCol w="170640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94" name="Group 57"/>
          <p:cNvGrpSpPr/>
          <p:nvPr/>
        </p:nvGrpSpPr>
        <p:grpSpPr>
          <a:xfrm>
            <a:off x="5299560" y="2549520"/>
            <a:ext cx="190440" cy="54000"/>
            <a:chOff x="5299560" y="2549520"/>
            <a:chExt cx="190440" cy="54000"/>
          </a:xfrm>
        </p:grpSpPr>
        <p:sp>
          <p:nvSpPr>
            <p:cNvPr id="95" name="Line 58"/>
            <p:cNvSpPr/>
            <p:nvPr/>
          </p:nvSpPr>
          <p:spPr>
            <a:xfrm flipV="1">
              <a:off x="5299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6" name="Line 59"/>
            <p:cNvSpPr/>
            <p:nvPr/>
          </p:nvSpPr>
          <p:spPr>
            <a:xfrm flipV="1">
              <a:off x="536112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7" name="Line 60"/>
            <p:cNvSpPr/>
            <p:nvPr/>
          </p:nvSpPr>
          <p:spPr>
            <a:xfrm flipV="1">
              <a:off x="5425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8" name="Line 61"/>
            <p:cNvSpPr/>
            <p:nvPr/>
          </p:nvSpPr>
          <p:spPr>
            <a:xfrm flipV="1">
              <a:off x="548964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9" name="CustomShape 62"/>
          <p:cNvSpPr/>
          <p:nvPr/>
        </p:nvSpPr>
        <p:spPr>
          <a:xfrm>
            <a:off x="4450320" y="1914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CustomShape 63"/>
          <p:cNvSpPr/>
          <p:nvPr/>
        </p:nvSpPr>
        <p:spPr>
          <a:xfrm>
            <a:off x="528912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58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101" name="Table 64"/>
          <p:cNvGraphicFramePr/>
          <p:nvPr/>
        </p:nvGraphicFramePr>
        <p:xfrm>
          <a:off x="5428080" y="2208240"/>
          <a:ext cx="611280" cy="30672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102" name="Group 65"/>
          <p:cNvGrpSpPr/>
          <p:nvPr/>
        </p:nvGrpSpPr>
        <p:grpSpPr>
          <a:xfrm>
            <a:off x="5913720" y="2554560"/>
            <a:ext cx="190440" cy="54000"/>
            <a:chOff x="5913720" y="2554560"/>
            <a:chExt cx="190440" cy="54000"/>
          </a:xfrm>
        </p:grpSpPr>
        <p:sp>
          <p:nvSpPr>
            <p:cNvPr id="103" name="Line 66"/>
            <p:cNvSpPr/>
            <p:nvPr/>
          </p:nvSpPr>
          <p:spPr>
            <a:xfrm flipV="1">
              <a:off x="5913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4" name="Line 67"/>
            <p:cNvSpPr/>
            <p:nvPr/>
          </p:nvSpPr>
          <p:spPr>
            <a:xfrm flipV="1">
              <a:off x="59749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5" name="Line 68"/>
            <p:cNvSpPr/>
            <p:nvPr/>
          </p:nvSpPr>
          <p:spPr>
            <a:xfrm flipV="1">
              <a:off x="6039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6" name="Line 69"/>
            <p:cNvSpPr/>
            <p:nvPr/>
          </p:nvSpPr>
          <p:spPr>
            <a:xfrm flipV="1">
              <a:off x="610380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07" name="Table 70"/>
          <p:cNvGraphicFramePr/>
          <p:nvPr/>
        </p:nvGraphicFramePr>
        <p:xfrm>
          <a:off x="6039720" y="220788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108" name="CustomShape 71"/>
          <p:cNvSpPr/>
          <p:nvPr/>
        </p:nvSpPr>
        <p:spPr>
          <a:xfrm>
            <a:off x="589644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68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9" name="CustomShape 72"/>
          <p:cNvSpPr/>
          <p:nvPr/>
        </p:nvSpPr>
        <p:spPr>
          <a:xfrm>
            <a:off x="723348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90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" name="CustomShape 73"/>
          <p:cNvSpPr/>
          <p:nvPr/>
        </p:nvSpPr>
        <p:spPr>
          <a:xfrm>
            <a:off x="177624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" name="CustomShape 74"/>
          <p:cNvSpPr/>
          <p:nvPr/>
        </p:nvSpPr>
        <p:spPr>
          <a:xfrm>
            <a:off x="5556960" y="1914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2" name="CustomShape 75"/>
          <p:cNvSpPr/>
          <p:nvPr/>
        </p:nvSpPr>
        <p:spPr>
          <a:xfrm>
            <a:off x="6539760" y="1914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13" name="Group 76"/>
          <p:cNvGrpSpPr/>
          <p:nvPr/>
        </p:nvGrpSpPr>
        <p:grpSpPr>
          <a:xfrm>
            <a:off x="1892880" y="3261960"/>
            <a:ext cx="6096240" cy="54000"/>
            <a:chOff x="1892880" y="3261960"/>
            <a:chExt cx="6096240" cy="54000"/>
          </a:xfrm>
        </p:grpSpPr>
        <p:sp>
          <p:nvSpPr>
            <p:cNvPr id="114" name="Line 77"/>
            <p:cNvSpPr/>
            <p:nvPr/>
          </p:nvSpPr>
          <p:spPr>
            <a:xfrm>
              <a:off x="1892880" y="3268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5" name="Line 78"/>
            <p:cNvSpPr/>
            <p:nvPr/>
          </p:nvSpPr>
          <p:spPr>
            <a:xfrm flipV="1">
              <a:off x="1895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6" name="Line 79"/>
            <p:cNvSpPr/>
            <p:nvPr/>
          </p:nvSpPr>
          <p:spPr>
            <a:xfrm flipV="1">
              <a:off x="21978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7" name="Line 80"/>
            <p:cNvSpPr/>
            <p:nvPr/>
          </p:nvSpPr>
          <p:spPr>
            <a:xfrm flipV="1">
              <a:off x="24998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8" name="Line 81"/>
            <p:cNvSpPr/>
            <p:nvPr/>
          </p:nvSpPr>
          <p:spPr>
            <a:xfrm flipV="1">
              <a:off x="28026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9" name="Line 82"/>
            <p:cNvSpPr/>
            <p:nvPr/>
          </p:nvSpPr>
          <p:spPr>
            <a:xfrm flipV="1">
              <a:off x="34156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0" name="Line 83"/>
            <p:cNvSpPr/>
            <p:nvPr/>
          </p:nvSpPr>
          <p:spPr>
            <a:xfrm flipV="1">
              <a:off x="43333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1" name="Line 84"/>
            <p:cNvSpPr/>
            <p:nvPr/>
          </p:nvSpPr>
          <p:spPr>
            <a:xfrm flipV="1">
              <a:off x="40284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2" name="Line 85"/>
            <p:cNvSpPr/>
            <p:nvPr/>
          </p:nvSpPr>
          <p:spPr>
            <a:xfrm flipV="1">
              <a:off x="37231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3" name="Line 86"/>
            <p:cNvSpPr/>
            <p:nvPr/>
          </p:nvSpPr>
          <p:spPr>
            <a:xfrm flipV="1">
              <a:off x="3110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4" name="Line 87"/>
            <p:cNvSpPr/>
            <p:nvPr/>
          </p:nvSpPr>
          <p:spPr>
            <a:xfrm flipV="1">
              <a:off x="4943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5" name="Line 88"/>
            <p:cNvSpPr/>
            <p:nvPr/>
          </p:nvSpPr>
          <p:spPr>
            <a:xfrm flipV="1">
              <a:off x="46346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6" name="Line 89"/>
            <p:cNvSpPr/>
            <p:nvPr/>
          </p:nvSpPr>
          <p:spPr>
            <a:xfrm flipV="1">
              <a:off x="5244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7" name="Line 90"/>
            <p:cNvSpPr/>
            <p:nvPr/>
          </p:nvSpPr>
          <p:spPr>
            <a:xfrm flipV="1">
              <a:off x="6161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8" name="Line 91"/>
            <p:cNvSpPr/>
            <p:nvPr/>
          </p:nvSpPr>
          <p:spPr>
            <a:xfrm flipV="1">
              <a:off x="6467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9" name="Line 92"/>
            <p:cNvSpPr/>
            <p:nvPr/>
          </p:nvSpPr>
          <p:spPr>
            <a:xfrm flipV="1">
              <a:off x="6770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0" name="Line 93"/>
            <p:cNvSpPr/>
            <p:nvPr/>
          </p:nvSpPr>
          <p:spPr>
            <a:xfrm flipV="1">
              <a:off x="70765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1" name="Line 94"/>
            <p:cNvSpPr/>
            <p:nvPr/>
          </p:nvSpPr>
          <p:spPr>
            <a:xfrm flipV="1">
              <a:off x="7378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2" name="Line 95"/>
            <p:cNvSpPr/>
            <p:nvPr/>
          </p:nvSpPr>
          <p:spPr>
            <a:xfrm flipV="1">
              <a:off x="7684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3" name="Line 96"/>
            <p:cNvSpPr/>
            <p:nvPr/>
          </p:nvSpPr>
          <p:spPr>
            <a:xfrm flipV="1">
              <a:off x="7988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4" name="Line 97"/>
            <p:cNvSpPr/>
            <p:nvPr/>
          </p:nvSpPr>
          <p:spPr>
            <a:xfrm flipV="1">
              <a:off x="5550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5" name="Line 98"/>
            <p:cNvSpPr/>
            <p:nvPr/>
          </p:nvSpPr>
          <p:spPr>
            <a:xfrm flipV="1">
              <a:off x="58528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36" name="Group 99"/>
          <p:cNvGrpSpPr/>
          <p:nvPr/>
        </p:nvGrpSpPr>
        <p:grpSpPr>
          <a:xfrm>
            <a:off x="2250720" y="3264480"/>
            <a:ext cx="190440" cy="54000"/>
            <a:chOff x="2250720" y="3264480"/>
            <a:chExt cx="190440" cy="54000"/>
          </a:xfrm>
        </p:grpSpPr>
        <p:sp>
          <p:nvSpPr>
            <p:cNvPr id="137" name="Line 100"/>
            <p:cNvSpPr/>
            <p:nvPr/>
          </p:nvSpPr>
          <p:spPr>
            <a:xfrm flipV="1">
              <a:off x="2250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8" name="Line 101"/>
            <p:cNvSpPr/>
            <p:nvPr/>
          </p:nvSpPr>
          <p:spPr>
            <a:xfrm flipV="1">
              <a:off x="23119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9" name="Line 102"/>
            <p:cNvSpPr/>
            <p:nvPr/>
          </p:nvSpPr>
          <p:spPr>
            <a:xfrm flipV="1">
              <a:off x="2376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0" name="Line 103"/>
            <p:cNvSpPr/>
            <p:nvPr/>
          </p:nvSpPr>
          <p:spPr>
            <a:xfrm flipV="1">
              <a:off x="24408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41" name="Group 104"/>
          <p:cNvGrpSpPr/>
          <p:nvPr/>
        </p:nvGrpSpPr>
        <p:grpSpPr>
          <a:xfrm>
            <a:off x="3475800" y="3266280"/>
            <a:ext cx="190440" cy="54000"/>
            <a:chOff x="3475800" y="3266280"/>
            <a:chExt cx="190440" cy="54000"/>
          </a:xfrm>
        </p:grpSpPr>
        <p:sp>
          <p:nvSpPr>
            <p:cNvPr id="142" name="Line 105"/>
            <p:cNvSpPr/>
            <p:nvPr/>
          </p:nvSpPr>
          <p:spPr>
            <a:xfrm flipV="1">
              <a:off x="3475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3" name="Line 106"/>
            <p:cNvSpPr/>
            <p:nvPr/>
          </p:nvSpPr>
          <p:spPr>
            <a:xfrm flipV="1">
              <a:off x="35370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4" name="Line 107"/>
            <p:cNvSpPr/>
            <p:nvPr/>
          </p:nvSpPr>
          <p:spPr>
            <a:xfrm flipV="1">
              <a:off x="3601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5" name="Line 108"/>
            <p:cNvSpPr/>
            <p:nvPr/>
          </p:nvSpPr>
          <p:spPr>
            <a:xfrm flipV="1">
              <a:off x="366588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46" name="Table 109"/>
          <p:cNvGraphicFramePr/>
          <p:nvPr/>
        </p:nvGraphicFramePr>
        <p:xfrm>
          <a:off x="2312280" y="291960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147" name="CustomShape 110"/>
          <p:cNvSpPr/>
          <p:nvPr/>
        </p:nvSpPr>
        <p:spPr>
          <a:xfrm>
            <a:off x="3394800" y="32576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8" name="CustomShape 111"/>
          <p:cNvSpPr/>
          <p:nvPr/>
        </p:nvSpPr>
        <p:spPr>
          <a:xfrm>
            <a:off x="2192040" y="32576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9" name="CustomShape 112"/>
          <p:cNvSpPr/>
          <p:nvPr/>
        </p:nvSpPr>
        <p:spPr>
          <a:xfrm>
            <a:off x="1773360" y="32576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0" name="CustomShape 113"/>
          <p:cNvSpPr/>
          <p:nvPr/>
        </p:nvSpPr>
        <p:spPr>
          <a:xfrm>
            <a:off x="5837760" y="32576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67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1" name="CustomShape 114"/>
          <p:cNvSpPr/>
          <p:nvPr/>
        </p:nvSpPr>
        <p:spPr>
          <a:xfrm>
            <a:off x="7488000" y="32576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94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52" name="Group 115"/>
          <p:cNvGrpSpPr/>
          <p:nvPr/>
        </p:nvGrpSpPr>
        <p:grpSpPr>
          <a:xfrm>
            <a:off x="5917320" y="3264480"/>
            <a:ext cx="190440" cy="54000"/>
            <a:chOff x="5917320" y="3264480"/>
            <a:chExt cx="190440" cy="54000"/>
          </a:xfrm>
        </p:grpSpPr>
        <p:sp>
          <p:nvSpPr>
            <p:cNvPr id="153" name="Line 116"/>
            <p:cNvSpPr/>
            <p:nvPr/>
          </p:nvSpPr>
          <p:spPr>
            <a:xfrm flipV="1">
              <a:off x="5917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4" name="Line 117"/>
            <p:cNvSpPr/>
            <p:nvPr/>
          </p:nvSpPr>
          <p:spPr>
            <a:xfrm flipV="1">
              <a:off x="597888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5" name="Line 118"/>
            <p:cNvSpPr/>
            <p:nvPr/>
          </p:nvSpPr>
          <p:spPr>
            <a:xfrm flipV="1">
              <a:off x="6043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6" name="Line 119"/>
            <p:cNvSpPr/>
            <p:nvPr/>
          </p:nvSpPr>
          <p:spPr>
            <a:xfrm flipV="1">
              <a:off x="61074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57" name="Table 120"/>
          <p:cNvGraphicFramePr/>
          <p:nvPr/>
        </p:nvGraphicFramePr>
        <p:xfrm>
          <a:off x="3537360" y="2921040"/>
          <a:ext cx="2437200" cy="306720"/>
        </p:xfrm>
        <a:graphic>
          <a:graphicData uri="http://schemas.openxmlformats.org/drawingml/2006/table">
            <a:tbl>
              <a:tblPr/>
              <a:tblGrid>
                <a:gridCol w="24375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3,  6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158" name="Group 121"/>
          <p:cNvGrpSpPr/>
          <p:nvPr/>
        </p:nvGrpSpPr>
        <p:grpSpPr>
          <a:xfrm>
            <a:off x="7440840" y="3262680"/>
            <a:ext cx="190080" cy="54000"/>
            <a:chOff x="7440840" y="3262680"/>
            <a:chExt cx="190080" cy="54000"/>
          </a:xfrm>
        </p:grpSpPr>
        <p:sp>
          <p:nvSpPr>
            <p:cNvPr id="159" name="Line 122"/>
            <p:cNvSpPr/>
            <p:nvPr/>
          </p:nvSpPr>
          <p:spPr>
            <a:xfrm flipV="1">
              <a:off x="7440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0" name="Line 123"/>
            <p:cNvSpPr/>
            <p:nvPr/>
          </p:nvSpPr>
          <p:spPr>
            <a:xfrm flipV="1">
              <a:off x="75020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1" name="Line 124"/>
            <p:cNvSpPr/>
            <p:nvPr/>
          </p:nvSpPr>
          <p:spPr>
            <a:xfrm flipV="1">
              <a:off x="7566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2" name="Line 125"/>
            <p:cNvSpPr/>
            <p:nvPr/>
          </p:nvSpPr>
          <p:spPr>
            <a:xfrm flipV="1">
              <a:off x="763056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3" name="Table 126"/>
          <p:cNvGraphicFramePr/>
          <p:nvPr/>
        </p:nvGraphicFramePr>
        <p:xfrm>
          <a:off x="5975280" y="292032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164" name="CustomShape 127"/>
          <p:cNvSpPr/>
          <p:nvPr/>
        </p:nvSpPr>
        <p:spPr>
          <a:xfrm>
            <a:off x="2775240" y="2634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5" name="CustomShape 128"/>
          <p:cNvSpPr/>
          <p:nvPr/>
        </p:nvSpPr>
        <p:spPr>
          <a:xfrm>
            <a:off x="4610160" y="2634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6" name="CustomShape 129"/>
          <p:cNvSpPr/>
          <p:nvPr/>
        </p:nvSpPr>
        <p:spPr>
          <a:xfrm>
            <a:off x="6582960" y="2634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CustomShape 130"/>
          <p:cNvSpPr/>
          <p:nvPr/>
        </p:nvSpPr>
        <p:spPr>
          <a:xfrm>
            <a:off x="1640880" y="224352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8" name="CustomShape 131"/>
          <p:cNvSpPr/>
          <p:nvPr/>
        </p:nvSpPr>
        <p:spPr>
          <a:xfrm>
            <a:off x="1640880" y="296136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Table 1"/>
          <p:cNvGraphicFramePr/>
          <p:nvPr/>
        </p:nvGraphicFramePr>
        <p:xfrm>
          <a:off x="1920240" y="2193480"/>
          <a:ext cx="1462680" cy="313920"/>
        </p:xfrm>
        <a:graphic>
          <a:graphicData uri="http://schemas.openxmlformats.org/drawingml/2006/table">
            <a:tbl>
              <a:tblPr/>
              <a:tblGrid>
                <a:gridCol w="1463040"/>
              </a:tblGrid>
              <a:tr h="31428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1.1   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1.2    …   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1.|N</a:t>
                      </a:r>
                      <a:r>
                        <a:rPr b="0" lang="en-US" sz="6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170" name="Group 2"/>
          <p:cNvGrpSpPr/>
          <p:nvPr/>
        </p:nvGrpSpPr>
        <p:grpSpPr>
          <a:xfrm>
            <a:off x="1890000" y="2549160"/>
            <a:ext cx="4968000" cy="54000"/>
            <a:chOff x="1890000" y="2549160"/>
            <a:chExt cx="4968000" cy="54000"/>
          </a:xfrm>
        </p:grpSpPr>
        <p:sp>
          <p:nvSpPr>
            <p:cNvPr id="171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2" name="Line 4"/>
            <p:cNvSpPr/>
            <p:nvPr/>
          </p:nvSpPr>
          <p:spPr>
            <a:xfrm flipV="1">
              <a:off x="189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3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4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7"/>
            <p:cNvSpPr/>
            <p:nvPr/>
          </p:nvSpPr>
          <p:spPr>
            <a:xfrm flipV="1">
              <a:off x="263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4"/>
            <p:cNvSpPr/>
            <p:nvPr/>
          </p:nvSpPr>
          <p:spPr>
            <a:xfrm flipV="1">
              <a:off x="4124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8"/>
            <p:cNvSpPr/>
            <p:nvPr/>
          </p:nvSpPr>
          <p:spPr>
            <a:xfrm flipV="1">
              <a:off x="58647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3"/>
            <p:cNvSpPr/>
            <p:nvPr/>
          </p:nvSpPr>
          <p:spPr>
            <a:xfrm flipV="1">
              <a:off x="4870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3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4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6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7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6" name="CustomShape 48"/>
          <p:cNvSpPr/>
          <p:nvPr/>
        </p:nvSpPr>
        <p:spPr>
          <a:xfrm>
            <a:off x="3200400" y="1920240"/>
            <a:ext cx="3225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217" name="Table 49"/>
          <p:cNvGraphicFramePr/>
          <p:nvPr/>
        </p:nvGraphicFramePr>
        <p:xfrm>
          <a:off x="3380040" y="2197800"/>
          <a:ext cx="1465920" cy="307440"/>
        </p:xfrm>
        <a:graphic>
          <a:graphicData uri="http://schemas.openxmlformats.org/drawingml/2006/table">
            <a:tbl>
              <a:tblPr/>
              <a:tblGrid>
                <a:gridCol w="1466280"/>
              </a:tblGrid>
              <a:tr h="3078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2.1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  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2.2    …   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2.|N</a:t>
                      </a:r>
                      <a:r>
                        <a:rPr b="0" lang="en-US" sz="6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9ae"/>
                    </a:solidFill>
                  </a:tcPr>
                </a:tc>
              </a:tr>
            </a:tbl>
          </a:graphicData>
        </a:graphic>
      </p:graphicFrame>
      <p:sp>
        <p:nvSpPr>
          <p:cNvPr id="218" name="CustomShape 50"/>
          <p:cNvSpPr/>
          <p:nvPr/>
        </p:nvSpPr>
        <p:spPr>
          <a:xfrm>
            <a:off x="5289120" y="254412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19" name="Table 51"/>
          <p:cNvGraphicFramePr/>
          <p:nvPr/>
        </p:nvGraphicFramePr>
        <p:xfrm>
          <a:off x="4846320" y="2196720"/>
          <a:ext cx="667440" cy="306720"/>
        </p:xfrm>
        <a:graphic>
          <a:graphicData uri="http://schemas.openxmlformats.org/drawingml/2006/table">
            <a:tbl>
              <a:tblPr/>
              <a:tblGrid>
                <a:gridCol w="66780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...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ce4e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0" name="Table 52"/>
          <p:cNvGraphicFramePr/>
          <p:nvPr/>
        </p:nvGraphicFramePr>
        <p:xfrm>
          <a:off x="5513760" y="2201760"/>
          <a:ext cx="1343160" cy="302040"/>
        </p:xfrm>
        <a:graphic>
          <a:graphicData uri="http://schemas.openxmlformats.org/drawingml/2006/table">
            <a:tbl>
              <a:tblPr/>
              <a:tblGrid>
                <a:gridCol w="1343520"/>
              </a:tblGrid>
              <a:tr h="3024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k.1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   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k.2  …  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k.|N</a:t>
                      </a:r>
                      <a:r>
                        <a:rPr b="0" lang="en-US" sz="6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</a:t>
                      </a: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|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7a19a"/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3"/>
          <p:cNvSpPr/>
          <p:nvPr/>
        </p:nvSpPr>
        <p:spPr>
          <a:xfrm>
            <a:off x="592848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CustomShape 54"/>
          <p:cNvSpPr/>
          <p:nvPr/>
        </p:nvSpPr>
        <p:spPr>
          <a:xfrm>
            <a:off x="726552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55"/>
          <p:cNvSpPr/>
          <p:nvPr/>
        </p:nvSpPr>
        <p:spPr>
          <a:xfrm>
            <a:off x="1776240" y="254412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4" name="CustomShape 56"/>
          <p:cNvSpPr/>
          <p:nvPr/>
        </p:nvSpPr>
        <p:spPr>
          <a:xfrm>
            <a:off x="1559160" y="222336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5" name="CustomShape 57"/>
          <p:cNvSpPr/>
          <p:nvPr/>
        </p:nvSpPr>
        <p:spPr>
          <a:xfrm>
            <a:off x="5352480" y="1920240"/>
            <a:ext cx="31176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...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6" name="CustomShape 58"/>
          <p:cNvSpPr/>
          <p:nvPr/>
        </p:nvSpPr>
        <p:spPr>
          <a:xfrm>
            <a:off x="6628320" y="1920240"/>
            <a:ext cx="3211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7" name="CustomShape 59"/>
          <p:cNvSpPr/>
          <p:nvPr/>
        </p:nvSpPr>
        <p:spPr>
          <a:xfrm>
            <a:off x="4707000" y="1920240"/>
            <a:ext cx="3211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rcRect l="24122" t="30257" r="57866" b="48371"/>
          <a:stretch/>
        </p:blipFill>
        <p:spPr>
          <a:xfrm>
            <a:off x="3063960" y="2651760"/>
            <a:ext cx="684720" cy="456840"/>
          </a:xfrm>
          <a:prstGeom prst="rect">
            <a:avLst/>
          </a:prstGeom>
          <a:ln>
            <a:noFill/>
          </a:ln>
        </p:spPr>
      </p:pic>
      <p:pic>
        <p:nvPicPr>
          <p:cNvPr id="229" name="" descr=""/>
          <p:cNvPicPr/>
          <p:nvPr/>
        </p:nvPicPr>
        <p:blipFill>
          <a:blip r:embed="rId2"/>
          <a:srcRect l="21992" t="39104" r="60994" b="39545"/>
          <a:stretch/>
        </p:blipFill>
        <p:spPr>
          <a:xfrm>
            <a:off x="4572000" y="2620080"/>
            <a:ext cx="692640" cy="488520"/>
          </a:xfrm>
          <a:prstGeom prst="rect">
            <a:avLst/>
          </a:prstGeom>
          <a:ln>
            <a:noFill/>
          </a:ln>
        </p:spPr>
      </p:pic>
      <p:pic>
        <p:nvPicPr>
          <p:cNvPr id="230" name="" descr=""/>
          <p:cNvPicPr/>
          <p:nvPr/>
        </p:nvPicPr>
        <p:blipFill>
          <a:blip r:embed="rId3"/>
          <a:srcRect l="11350" t="34072" r="70640" b="46355"/>
          <a:stretch/>
        </p:blipFill>
        <p:spPr>
          <a:xfrm>
            <a:off x="6476400" y="2651760"/>
            <a:ext cx="747000" cy="456480"/>
          </a:xfrm>
          <a:prstGeom prst="rect">
            <a:avLst/>
          </a:prstGeom>
          <a:ln>
            <a:noFill/>
          </a:ln>
        </p:spPr>
      </p:pic>
      <p:sp>
        <p:nvSpPr>
          <p:cNvPr id="231" name="Line 60"/>
          <p:cNvSpPr/>
          <p:nvPr/>
        </p:nvSpPr>
        <p:spPr>
          <a:xfrm flipV="1">
            <a:off x="228600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Line 61"/>
          <p:cNvSpPr/>
          <p:nvPr/>
        </p:nvSpPr>
        <p:spPr>
          <a:xfrm>
            <a:off x="265176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Line 62"/>
          <p:cNvSpPr/>
          <p:nvPr/>
        </p:nvSpPr>
        <p:spPr>
          <a:xfrm>
            <a:off x="2834640" y="2193480"/>
            <a:ext cx="0" cy="3139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63"/>
          <p:cNvSpPr/>
          <p:nvPr/>
        </p:nvSpPr>
        <p:spPr>
          <a:xfrm>
            <a:off x="374904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Line 64"/>
          <p:cNvSpPr/>
          <p:nvPr/>
        </p:nvSpPr>
        <p:spPr>
          <a:xfrm>
            <a:off x="411480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Line 65"/>
          <p:cNvSpPr/>
          <p:nvPr/>
        </p:nvSpPr>
        <p:spPr>
          <a:xfrm>
            <a:off x="4297680" y="2197800"/>
            <a:ext cx="0" cy="3074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Line 66"/>
          <p:cNvSpPr/>
          <p:nvPr/>
        </p:nvSpPr>
        <p:spPr>
          <a:xfrm>
            <a:off x="585216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Line 67"/>
          <p:cNvSpPr/>
          <p:nvPr/>
        </p:nvSpPr>
        <p:spPr>
          <a:xfrm>
            <a:off x="621792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Line 68"/>
          <p:cNvSpPr/>
          <p:nvPr/>
        </p:nvSpPr>
        <p:spPr>
          <a:xfrm>
            <a:off x="6400800" y="2201760"/>
            <a:ext cx="0" cy="30204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41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7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8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9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63" name="Table 24"/>
          <p:cNvGraphicFramePr/>
          <p:nvPr/>
        </p:nvGraphicFramePr>
        <p:xfrm>
          <a:off x="2376720" y="425520"/>
          <a:ext cx="103860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64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65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6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7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8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9" name="CustomShape 30"/>
          <p:cNvSpPr/>
          <p:nvPr/>
        </p:nvSpPr>
        <p:spPr>
          <a:xfrm>
            <a:off x="2732760" y="132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0" name="CustomShape 31"/>
          <p:cNvSpPr/>
          <p:nvPr/>
        </p:nvSpPr>
        <p:spPr>
          <a:xfrm>
            <a:off x="2263680" y="761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1" name="CustomShape 32"/>
          <p:cNvSpPr/>
          <p:nvPr/>
        </p:nvSpPr>
        <p:spPr>
          <a:xfrm>
            <a:off x="326700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25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272" name="Table 33"/>
          <p:cNvGraphicFramePr/>
          <p:nvPr/>
        </p:nvGraphicFramePr>
        <p:xfrm>
          <a:off x="3412800" y="427680"/>
          <a:ext cx="1706400" cy="30672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73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74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5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6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8" name="CustomShape 39"/>
          <p:cNvSpPr/>
          <p:nvPr/>
        </p:nvSpPr>
        <p:spPr>
          <a:xfrm>
            <a:off x="4158720" y="13284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9" name="CustomShape 40"/>
          <p:cNvSpPr/>
          <p:nvPr/>
        </p:nvSpPr>
        <p:spPr>
          <a:xfrm>
            <a:off x="497484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280" name="Table 41"/>
          <p:cNvGraphicFramePr/>
          <p:nvPr/>
        </p:nvGraphicFramePr>
        <p:xfrm>
          <a:off x="5118840" y="426240"/>
          <a:ext cx="611280" cy="30672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US" sz="12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81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82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3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4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5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6" name="Table 47"/>
          <p:cNvGraphicFramePr/>
          <p:nvPr/>
        </p:nvGraphicFramePr>
        <p:xfrm>
          <a:off x="5734800" y="42552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7" name="CustomShape 48"/>
          <p:cNvSpPr/>
          <p:nvPr/>
        </p:nvSpPr>
        <p:spPr>
          <a:xfrm>
            <a:off x="559332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63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8" name="CustomShape 49"/>
          <p:cNvSpPr/>
          <p:nvPr/>
        </p:nvSpPr>
        <p:spPr>
          <a:xfrm>
            <a:off x="6938640" y="761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9" name="CustomShape 50"/>
          <p:cNvSpPr/>
          <p:nvPr/>
        </p:nvSpPr>
        <p:spPr>
          <a:xfrm>
            <a:off x="1776240" y="761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0" name="CustomShape 51"/>
          <p:cNvSpPr/>
          <p:nvPr/>
        </p:nvSpPr>
        <p:spPr>
          <a:xfrm>
            <a:off x="5246280" y="132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1" name="CustomShape 52"/>
          <p:cNvSpPr/>
          <p:nvPr/>
        </p:nvSpPr>
        <p:spPr>
          <a:xfrm>
            <a:off x="6222600" y="13284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292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93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9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0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4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5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6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9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20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21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2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3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4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25" name="Table 86"/>
          <p:cNvGraphicFramePr/>
          <p:nvPr/>
        </p:nvGraphicFramePr>
        <p:xfrm>
          <a:off x="2312280" y="113760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6" name="CustomShape 87"/>
          <p:cNvSpPr/>
          <p:nvPr/>
        </p:nvSpPr>
        <p:spPr>
          <a:xfrm>
            <a:off x="3394800" y="147528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7" name="CustomShape 88"/>
          <p:cNvSpPr/>
          <p:nvPr/>
        </p:nvSpPr>
        <p:spPr>
          <a:xfrm>
            <a:off x="2192040" y="147528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8" name="CustomShape 89"/>
          <p:cNvSpPr/>
          <p:nvPr/>
        </p:nvSpPr>
        <p:spPr>
          <a:xfrm>
            <a:off x="1773360" y="147528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9" name="CustomShape 90"/>
          <p:cNvSpPr/>
          <p:nvPr/>
        </p:nvSpPr>
        <p:spPr>
          <a:xfrm>
            <a:off x="4984560" y="147528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0" name="CustomShape 91"/>
          <p:cNvSpPr/>
          <p:nvPr/>
        </p:nvSpPr>
        <p:spPr>
          <a:xfrm>
            <a:off x="6634440" y="147528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80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331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32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3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4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5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6" name="Table 97"/>
          <p:cNvGraphicFramePr/>
          <p:nvPr/>
        </p:nvGraphicFramePr>
        <p:xfrm>
          <a:off x="3537360" y="1139040"/>
          <a:ext cx="1580760" cy="30672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7" name="Table 98"/>
          <p:cNvGraphicFramePr/>
          <p:nvPr/>
        </p:nvGraphicFramePr>
        <p:xfrm>
          <a:off x="5120280" y="113760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8" name="CustomShape 99"/>
          <p:cNvSpPr/>
          <p:nvPr/>
        </p:nvSpPr>
        <p:spPr>
          <a:xfrm>
            <a:off x="2775240" y="852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9" name="CustomShape 100"/>
          <p:cNvSpPr/>
          <p:nvPr/>
        </p:nvSpPr>
        <p:spPr>
          <a:xfrm>
            <a:off x="4182480" y="852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0" name="CustomShape 101"/>
          <p:cNvSpPr/>
          <p:nvPr/>
        </p:nvSpPr>
        <p:spPr>
          <a:xfrm>
            <a:off x="5766840" y="852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1" name="CustomShape 102"/>
          <p:cNvSpPr/>
          <p:nvPr/>
        </p:nvSpPr>
        <p:spPr>
          <a:xfrm>
            <a:off x="1640880" y="46152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2" name="CustomShape 103"/>
          <p:cNvSpPr/>
          <p:nvPr/>
        </p:nvSpPr>
        <p:spPr>
          <a:xfrm>
            <a:off x="1640880" y="117900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343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44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0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1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2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6" name="Table 127"/>
          <p:cNvGraphicFramePr/>
          <p:nvPr/>
        </p:nvGraphicFramePr>
        <p:xfrm>
          <a:off x="2370600" y="2188800"/>
          <a:ext cx="1038600" cy="30672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7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8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9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0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1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2" name="CustomShape 133"/>
          <p:cNvSpPr/>
          <p:nvPr/>
        </p:nvSpPr>
        <p:spPr>
          <a:xfrm>
            <a:off x="2726280" y="1896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3" name="CustomShape 134"/>
          <p:cNvSpPr/>
          <p:nvPr/>
        </p:nvSpPr>
        <p:spPr>
          <a:xfrm>
            <a:off x="2257200" y="25250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4" name="CustomShape 135"/>
          <p:cNvSpPr/>
          <p:nvPr/>
        </p:nvSpPr>
        <p:spPr>
          <a:xfrm>
            <a:off x="326052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25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375" name="Table 136"/>
          <p:cNvGraphicFramePr/>
          <p:nvPr/>
        </p:nvGraphicFramePr>
        <p:xfrm>
          <a:off x="3406680" y="2190960"/>
          <a:ext cx="1706400" cy="30672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6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7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8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9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81" name="CustomShape 142"/>
          <p:cNvSpPr/>
          <p:nvPr/>
        </p:nvSpPr>
        <p:spPr>
          <a:xfrm>
            <a:off x="4152600" y="18961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2" name="CustomShape 143"/>
          <p:cNvSpPr/>
          <p:nvPr/>
        </p:nvSpPr>
        <p:spPr>
          <a:xfrm>
            <a:off x="496836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383" name="Table 144"/>
          <p:cNvGraphicFramePr/>
          <p:nvPr/>
        </p:nvGraphicFramePr>
        <p:xfrm>
          <a:off x="5112360" y="2189520"/>
          <a:ext cx="611280" cy="30672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84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85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6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7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8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9" name="Table 150"/>
          <p:cNvGraphicFramePr/>
          <p:nvPr/>
        </p:nvGraphicFramePr>
        <p:xfrm>
          <a:off x="5728320" y="218880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90" name="CustomShape 151"/>
          <p:cNvSpPr/>
          <p:nvPr/>
        </p:nvSpPr>
        <p:spPr>
          <a:xfrm>
            <a:off x="558684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63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1" name="CustomShape 152"/>
          <p:cNvSpPr/>
          <p:nvPr/>
        </p:nvSpPr>
        <p:spPr>
          <a:xfrm>
            <a:off x="6932160" y="252504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2" name="CustomShape 153"/>
          <p:cNvSpPr/>
          <p:nvPr/>
        </p:nvSpPr>
        <p:spPr>
          <a:xfrm>
            <a:off x="1769760" y="252504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3" name="CustomShape 154"/>
          <p:cNvSpPr/>
          <p:nvPr/>
        </p:nvSpPr>
        <p:spPr>
          <a:xfrm>
            <a:off x="5239800" y="1896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4" name="CustomShape 155"/>
          <p:cNvSpPr/>
          <p:nvPr/>
        </p:nvSpPr>
        <p:spPr>
          <a:xfrm>
            <a:off x="6216120" y="18961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395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6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2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3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7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8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9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2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23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24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5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6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7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8" name="Table 189"/>
          <p:cNvGraphicFramePr/>
          <p:nvPr/>
        </p:nvGraphicFramePr>
        <p:xfrm>
          <a:off x="2305800" y="290088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9" name="CustomShape 190"/>
          <p:cNvSpPr/>
          <p:nvPr/>
        </p:nvSpPr>
        <p:spPr>
          <a:xfrm>
            <a:off x="3388320" y="32385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0" name="CustomShape 191"/>
          <p:cNvSpPr/>
          <p:nvPr/>
        </p:nvSpPr>
        <p:spPr>
          <a:xfrm>
            <a:off x="2185920" y="32385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1" name="CustomShape 192"/>
          <p:cNvSpPr/>
          <p:nvPr/>
        </p:nvSpPr>
        <p:spPr>
          <a:xfrm>
            <a:off x="1766880" y="32385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2" name="CustomShape 193"/>
          <p:cNvSpPr/>
          <p:nvPr/>
        </p:nvSpPr>
        <p:spPr>
          <a:xfrm>
            <a:off x="4978080" y="32385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3" name="CustomShape 194"/>
          <p:cNvSpPr/>
          <p:nvPr/>
        </p:nvSpPr>
        <p:spPr>
          <a:xfrm>
            <a:off x="6627960" y="32385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80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434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35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6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7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8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9" name="Table 200"/>
          <p:cNvGraphicFramePr/>
          <p:nvPr/>
        </p:nvGraphicFramePr>
        <p:xfrm>
          <a:off x="3530880" y="2902320"/>
          <a:ext cx="1580760" cy="30672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0" name="Table 201"/>
          <p:cNvGraphicFramePr/>
          <p:nvPr/>
        </p:nvGraphicFramePr>
        <p:xfrm>
          <a:off x="5114160" y="290088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41" name="CustomShape 202"/>
          <p:cNvSpPr/>
          <p:nvPr/>
        </p:nvSpPr>
        <p:spPr>
          <a:xfrm>
            <a:off x="2768760" y="26154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2" name="CustomShape 203"/>
          <p:cNvSpPr/>
          <p:nvPr/>
        </p:nvSpPr>
        <p:spPr>
          <a:xfrm>
            <a:off x="4176000" y="26154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3" name="CustomShape 204"/>
          <p:cNvSpPr/>
          <p:nvPr/>
        </p:nvSpPr>
        <p:spPr>
          <a:xfrm>
            <a:off x="5760360" y="261540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4" name="CustomShape 205"/>
          <p:cNvSpPr/>
          <p:nvPr/>
        </p:nvSpPr>
        <p:spPr>
          <a:xfrm>
            <a:off x="1634400" y="222480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5" name="CustomShape 206"/>
          <p:cNvSpPr/>
          <p:nvPr/>
        </p:nvSpPr>
        <p:spPr>
          <a:xfrm>
            <a:off x="1634400" y="294228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446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7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3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4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5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9" name="Table 230"/>
          <p:cNvGraphicFramePr/>
          <p:nvPr/>
        </p:nvGraphicFramePr>
        <p:xfrm>
          <a:off x="2373840" y="3825000"/>
          <a:ext cx="1038600" cy="30672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70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71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2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3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4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5" name="CustomShape 236"/>
          <p:cNvSpPr/>
          <p:nvPr/>
        </p:nvSpPr>
        <p:spPr>
          <a:xfrm>
            <a:off x="2729520" y="35323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6" name="CustomShape 237"/>
          <p:cNvSpPr/>
          <p:nvPr/>
        </p:nvSpPr>
        <p:spPr>
          <a:xfrm>
            <a:off x="2260440" y="416160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77" name="CustomShape 238"/>
          <p:cNvSpPr/>
          <p:nvPr/>
        </p:nvSpPr>
        <p:spPr>
          <a:xfrm>
            <a:off x="326376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25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478" name="Table 239"/>
          <p:cNvGraphicFramePr/>
          <p:nvPr/>
        </p:nvGraphicFramePr>
        <p:xfrm>
          <a:off x="3409920" y="3827160"/>
          <a:ext cx="1706400" cy="30672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9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80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1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2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84" name="CustomShape 245"/>
          <p:cNvSpPr/>
          <p:nvPr/>
        </p:nvSpPr>
        <p:spPr>
          <a:xfrm>
            <a:off x="4155840" y="353232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5" name="CustomShape 246"/>
          <p:cNvSpPr/>
          <p:nvPr/>
        </p:nvSpPr>
        <p:spPr>
          <a:xfrm>
            <a:off x="497160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486" name="Table 247"/>
          <p:cNvGraphicFramePr/>
          <p:nvPr/>
        </p:nvGraphicFramePr>
        <p:xfrm>
          <a:off x="5115600" y="3825720"/>
          <a:ext cx="914400" cy="30672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7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8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9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0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1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92" name="Table 253"/>
          <p:cNvGraphicFramePr/>
          <p:nvPr/>
        </p:nvGraphicFramePr>
        <p:xfrm>
          <a:off x="6031440" y="3825000"/>
          <a:ext cx="1335600" cy="30672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93" name="CustomShape 254"/>
          <p:cNvSpPr/>
          <p:nvPr/>
        </p:nvSpPr>
        <p:spPr>
          <a:xfrm>
            <a:off x="588564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68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4" name="CustomShape 255"/>
          <p:cNvSpPr/>
          <p:nvPr/>
        </p:nvSpPr>
        <p:spPr>
          <a:xfrm>
            <a:off x="7228440" y="416160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90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5" name="CustomShape 256"/>
          <p:cNvSpPr/>
          <p:nvPr/>
        </p:nvSpPr>
        <p:spPr>
          <a:xfrm>
            <a:off x="1773000" y="416160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6" name="CustomShape 257"/>
          <p:cNvSpPr/>
          <p:nvPr/>
        </p:nvSpPr>
        <p:spPr>
          <a:xfrm>
            <a:off x="5399640" y="35323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6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7" name="CustomShape 258"/>
          <p:cNvSpPr/>
          <p:nvPr/>
        </p:nvSpPr>
        <p:spPr>
          <a:xfrm>
            <a:off x="6536160" y="353232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498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9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5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6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0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1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22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5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6" name="Group 287"/>
          <p:cNvGrpSpPr/>
          <p:nvPr/>
        </p:nvGrpSpPr>
        <p:grpSpPr>
          <a:xfrm>
            <a:off x="3472560" y="4883400"/>
            <a:ext cx="190440" cy="54000"/>
            <a:chOff x="3472560" y="4883400"/>
            <a:chExt cx="190440" cy="54000"/>
          </a:xfrm>
        </p:grpSpPr>
        <p:sp>
          <p:nvSpPr>
            <p:cNvPr id="527" name="Line 288"/>
            <p:cNvSpPr/>
            <p:nvPr/>
          </p:nvSpPr>
          <p:spPr>
            <a:xfrm flipV="1">
              <a:off x="3472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8" name="Line 289"/>
            <p:cNvSpPr/>
            <p:nvPr/>
          </p:nvSpPr>
          <p:spPr>
            <a:xfrm flipV="1">
              <a:off x="35337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9" name="Line 290"/>
            <p:cNvSpPr/>
            <p:nvPr/>
          </p:nvSpPr>
          <p:spPr>
            <a:xfrm flipV="1">
              <a:off x="359820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0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1" name="Table 292"/>
          <p:cNvGraphicFramePr/>
          <p:nvPr/>
        </p:nvGraphicFramePr>
        <p:xfrm>
          <a:off x="2309040" y="4537080"/>
          <a:ext cx="1224720" cy="30672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32" name="CustomShape 293"/>
          <p:cNvSpPr/>
          <p:nvPr/>
        </p:nvSpPr>
        <p:spPr>
          <a:xfrm>
            <a:off x="3391560" y="4874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3" name="CustomShape 294"/>
          <p:cNvSpPr/>
          <p:nvPr/>
        </p:nvSpPr>
        <p:spPr>
          <a:xfrm>
            <a:off x="2189160" y="4874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4" name="CustomShape 295"/>
          <p:cNvSpPr/>
          <p:nvPr/>
        </p:nvSpPr>
        <p:spPr>
          <a:xfrm>
            <a:off x="1770120" y="4874760"/>
            <a:ext cx="24480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0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5" name="CustomShape 296"/>
          <p:cNvSpPr/>
          <p:nvPr/>
        </p:nvSpPr>
        <p:spPr>
          <a:xfrm>
            <a:off x="4981320" y="4874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6" name="CustomShape 297"/>
          <p:cNvSpPr/>
          <p:nvPr/>
        </p:nvSpPr>
        <p:spPr>
          <a:xfrm>
            <a:off x="6631200" y="4874760"/>
            <a:ext cx="30888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80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537" name="Group 298"/>
          <p:cNvGrpSpPr/>
          <p:nvPr/>
        </p:nvGrpSpPr>
        <p:grpSpPr>
          <a:xfrm>
            <a:off x="4998240" y="4881960"/>
            <a:ext cx="190080" cy="54000"/>
            <a:chOff x="4998240" y="4881960"/>
            <a:chExt cx="190080" cy="54000"/>
          </a:xfrm>
        </p:grpSpPr>
        <p:sp>
          <p:nvSpPr>
            <p:cNvPr id="538" name="Line 299"/>
            <p:cNvSpPr/>
            <p:nvPr/>
          </p:nvSpPr>
          <p:spPr>
            <a:xfrm flipV="1">
              <a:off x="4998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9" name="Line 300"/>
            <p:cNvSpPr/>
            <p:nvPr/>
          </p:nvSpPr>
          <p:spPr>
            <a:xfrm flipV="1">
              <a:off x="50594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0" name="Line 301"/>
            <p:cNvSpPr/>
            <p:nvPr/>
          </p:nvSpPr>
          <p:spPr>
            <a:xfrm flipV="1">
              <a:off x="51238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1" name="Line 302"/>
            <p:cNvSpPr/>
            <p:nvPr/>
          </p:nvSpPr>
          <p:spPr>
            <a:xfrm flipV="1">
              <a:off x="51879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42" name="Table 303"/>
          <p:cNvGraphicFramePr/>
          <p:nvPr/>
        </p:nvGraphicFramePr>
        <p:xfrm>
          <a:off x="3534120" y="4538520"/>
          <a:ext cx="1580760" cy="30672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3" name="Table 304"/>
          <p:cNvGraphicFramePr/>
          <p:nvPr/>
        </p:nvGraphicFramePr>
        <p:xfrm>
          <a:off x="5117400" y="4537080"/>
          <a:ext cx="1654920" cy="30672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44" name="CustomShape 305"/>
          <p:cNvSpPr/>
          <p:nvPr/>
        </p:nvSpPr>
        <p:spPr>
          <a:xfrm>
            <a:off x="2772000" y="42516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5" name="CustomShape 306"/>
          <p:cNvSpPr/>
          <p:nvPr/>
        </p:nvSpPr>
        <p:spPr>
          <a:xfrm>
            <a:off x="4179240" y="4251600"/>
            <a:ext cx="3409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6" name="CustomShape 307"/>
          <p:cNvSpPr/>
          <p:nvPr/>
        </p:nvSpPr>
        <p:spPr>
          <a:xfrm>
            <a:off x="5704920" y="4251600"/>
            <a:ext cx="38376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B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7" name="CustomShape 308"/>
          <p:cNvSpPr/>
          <p:nvPr/>
        </p:nvSpPr>
        <p:spPr>
          <a:xfrm>
            <a:off x="1637640" y="386100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8" name="CustomShape 309"/>
          <p:cNvSpPr/>
          <p:nvPr/>
        </p:nvSpPr>
        <p:spPr>
          <a:xfrm>
            <a:off x="1637640" y="4578840"/>
            <a:ext cx="360720" cy="33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</a:t>
            </a:r>
            <a:r>
              <a:rPr b="0" lang="en-US" sz="1400" spc="-1" strike="noStrike" baseline="-2500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962</TotalTime>
  <Application>LibreOffice/6.0.7.3$Linux_X86_64 LibreOffice_project/00m0$Build-3</Application>
  <Words>166</Words>
  <Paragraphs>108</Paragraphs>
  <Company>UFV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2016-11-22T14:51:13Z</dcterms:created>
  <dc:creator>JOSE ELIAS CLAUDIO ARROYO</dc:creator>
  <dc:description/>
  <dc:language>en-US</dc:language>
  <cp:lastModifiedBy/>
  <dcterms:modified xsi:type="dcterms:W3CDTF">2020-04-24T15:32:40Z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UFV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</vt:i4>
  </property>
</Properties>
</file>