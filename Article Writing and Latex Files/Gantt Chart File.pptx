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media/image3.png" ContentType="image/png"/>
  <Override PartName="/ppt/media/image1.png" ContentType="image/png"/>
  <Override PartName="/ppt/media/image2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9144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239640" y="160020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022080" y="160020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57200" y="396432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239640" y="396432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022080" y="396432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anchor="ctr"/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743040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  <a:p>
            <a:pPr lvl="2" marL="1143000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3" marL="1600200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057400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/>
          <a:p>
            <a:pPr>
              <a:lnSpc>
                <a:spcPct val="100000"/>
              </a:lnSpc>
            </a:pPr>
            <a:fld id="{4D4C1B72-2D29-4C92-B7EE-D7B0C00198B7}" type="datetime">
              <a:rPr b="0" lang="en-US" sz="1200" spc="-1" strike="noStrike">
                <a:solidFill>
                  <a:srgbClr val="8b8b8b"/>
                </a:solidFill>
                <a:latin typeface="Calibri"/>
              </a:rPr>
              <a:t>4/4/20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/>
          <a:p>
            <a:endParaRPr b="0" lang="en-US" sz="2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/>
          <a:p>
            <a:pPr algn="r">
              <a:lnSpc>
                <a:spcPct val="100000"/>
              </a:lnSpc>
            </a:pPr>
            <a:fld id="{77C36A93-D4BD-44D8-ABAF-C16F99D096E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1"/>
          <p:cNvGrpSpPr/>
          <p:nvPr/>
        </p:nvGrpSpPr>
        <p:grpSpPr>
          <a:xfrm>
            <a:off x="1890000" y="2549160"/>
            <a:ext cx="6096240" cy="54000"/>
            <a:chOff x="1890000" y="2549160"/>
            <a:chExt cx="6096240" cy="54000"/>
          </a:xfrm>
        </p:grpSpPr>
        <p:sp>
          <p:nvSpPr>
            <p:cNvPr id="42" name="Line 2"/>
            <p:cNvSpPr/>
            <p:nvPr/>
          </p:nvSpPr>
          <p:spPr>
            <a:xfrm>
              <a:off x="1890000" y="25552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" name="Line 3"/>
            <p:cNvSpPr/>
            <p:nvPr/>
          </p:nvSpPr>
          <p:spPr>
            <a:xfrm flipV="1">
              <a:off x="1892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" name="Line 4"/>
            <p:cNvSpPr/>
            <p:nvPr/>
          </p:nvSpPr>
          <p:spPr>
            <a:xfrm flipV="1">
              <a:off x="21949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" name="Line 5"/>
            <p:cNvSpPr/>
            <p:nvPr/>
          </p:nvSpPr>
          <p:spPr>
            <a:xfrm flipV="1">
              <a:off x="24969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" name="Line 6"/>
            <p:cNvSpPr/>
            <p:nvPr/>
          </p:nvSpPr>
          <p:spPr>
            <a:xfrm flipV="1">
              <a:off x="27993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" name="Line 7"/>
            <p:cNvSpPr/>
            <p:nvPr/>
          </p:nvSpPr>
          <p:spPr>
            <a:xfrm flipV="1">
              <a:off x="34128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" name="Line 8"/>
            <p:cNvSpPr/>
            <p:nvPr/>
          </p:nvSpPr>
          <p:spPr>
            <a:xfrm flipV="1">
              <a:off x="43304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" name="Line 9"/>
            <p:cNvSpPr/>
            <p:nvPr/>
          </p:nvSpPr>
          <p:spPr>
            <a:xfrm flipV="1">
              <a:off x="40251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" name="Line 10"/>
            <p:cNvSpPr/>
            <p:nvPr/>
          </p:nvSpPr>
          <p:spPr>
            <a:xfrm flipV="1">
              <a:off x="37202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" name="Line 11"/>
            <p:cNvSpPr/>
            <p:nvPr/>
          </p:nvSpPr>
          <p:spPr>
            <a:xfrm flipV="1">
              <a:off x="3107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" name="Line 12"/>
            <p:cNvSpPr/>
            <p:nvPr/>
          </p:nvSpPr>
          <p:spPr>
            <a:xfrm flipV="1">
              <a:off x="49402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" name="Line 13"/>
            <p:cNvSpPr/>
            <p:nvPr/>
          </p:nvSpPr>
          <p:spPr>
            <a:xfrm flipV="1">
              <a:off x="46314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4" name="Line 14"/>
            <p:cNvSpPr/>
            <p:nvPr/>
          </p:nvSpPr>
          <p:spPr>
            <a:xfrm flipV="1">
              <a:off x="52412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5" name="Line 15"/>
            <p:cNvSpPr/>
            <p:nvPr/>
          </p:nvSpPr>
          <p:spPr>
            <a:xfrm flipV="1">
              <a:off x="6158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6" name="Line 16"/>
            <p:cNvSpPr/>
            <p:nvPr/>
          </p:nvSpPr>
          <p:spPr>
            <a:xfrm flipV="1">
              <a:off x="6464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7" name="Line 17"/>
            <p:cNvSpPr/>
            <p:nvPr/>
          </p:nvSpPr>
          <p:spPr>
            <a:xfrm flipV="1">
              <a:off x="67672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8" name="Line 18"/>
            <p:cNvSpPr/>
            <p:nvPr/>
          </p:nvSpPr>
          <p:spPr>
            <a:xfrm flipV="1">
              <a:off x="70732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9" name="Line 19"/>
            <p:cNvSpPr/>
            <p:nvPr/>
          </p:nvSpPr>
          <p:spPr>
            <a:xfrm flipV="1">
              <a:off x="73760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0" name="Line 20"/>
            <p:cNvSpPr/>
            <p:nvPr/>
          </p:nvSpPr>
          <p:spPr>
            <a:xfrm flipV="1">
              <a:off x="76820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1" name="Line 21"/>
            <p:cNvSpPr/>
            <p:nvPr/>
          </p:nvSpPr>
          <p:spPr>
            <a:xfrm flipV="1">
              <a:off x="7985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2" name="Line 22"/>
            <p:cNvSpPr/>
            <p:nvPr/>
          </p:nvSpPr>
          <p:spPr>
            <a:xfrm flipV="1">
              <a:off x="55476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3" name="Line 23"/>
            <p:cNvSpPr/>
            <p:nvPr/>
          </p:nvSpPr>
          <p:spPr>
            <a:xfrm flipV="1">
              <a:off x="58500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64" name="Table 24"/>
          <p:cNvGraphicFramePr/>
          <p:nvPr/>
        </p:nvGraphicFramePr>
        <p:xfrm>
          <a:off x="2440800" y="2208240"/>
          <a:ext cx="1278000" cy="307080"/>
        </p:xfrm>
        <a:graphic>
          <a:graphicData uri="http://schemas.openxmlformats.org/drawingml/2006/table">
            <a:tbl>
              <a:tblPr/>
              <a:tblGrid>
                <a:gridCol w="1278000"/>
              </a:tblGrid>
              <a:tr h="30744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7,  15,  13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65" name="Group 25"/>
          <p:cNvGrpSpPr/>
          <p:nvPr/>
        </p:nvGrpSpPr>
        <p:grpSpPr>
          <a:xfrm>
            <a:off x="1892880" y="6265800"/>
            <a:ext cx="6096240" cy="54000"/>
            <a:chOff x="1892880" y="6265800"/>
            <a:chExt cx="6096240" cy="54000"/>
          </a:xfrm>
        </p:grpSpPr>
        <p:sp>
          <p:nvSpPr>
            <p:cNvPr id="66" name="Line 26"/>
            <p:cNvSpPr/>
            <p:nvPr/>
          </p:nvSpPr>
          <p:spPr>
            <a:xfrm>
              <a:off x="1892880" y="627192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7" name="Line 27"/>
            <p:cNvSpPr/>
            <p:nvPr/>
          </p:nvSpPr>
          <p:spPr>
            <a:xfrm flipV="1">
              <a:off x="1895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8" name="Line 28"/>
            <p:cNvSpPr/>
            <p:nvPr/>
          </p:nvSpPr>
          <p:spPr>
            <a:xfrm flipV="1">
              <a:off x="21978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9" name="Line 29"/>
            <p:cNvSpPr/>
            <p:nvPr/>
          </p:nvSpPr>
          <p:spPr>
            <a:xfrm flipV="1">
              <a:off x="24998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0" name="Line 30"/>
            <p:cNvSpPr/>
            <p:nvPr/>
          </p:nvSpPr>
          <p:spPr>
            <a:xfrm flipV="1">
              <a:off x="28026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1" name="Line 31"/>
            <p:cNvSpPr/>
            <p:nvPr/>
          </p:nvSpPr>
          <p:spPr>
            <a:xfrm flipV="1">
              <a:off x="34156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2" name="Line 32"/>
            <p:cNvSpPr/>
            <p:nvPr/>
          </p:nvSpPr>
          <p:spPr>
            <a:xfrm flipV="1">
              <a:off x="43333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3" name="Line 33"/>
            <p:cNvSpPr/>
            <p:nvPr/>
          </p:nvSpPr>
          <p:spPr>
            <a:xfrm flipV="1">
              <a:off x="40284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4" name="Line 34"/>
            <p:cNvSpPr/>
            <p:nvPr/>
          </p:nvSpPr>
          <p:spPr>
            <a:xfrm flipV="1">
              <a:off x="37231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5" name="Line 35"/>
            <p:cNvSpPr/>
            <p:nvPr/>
          </p:nvSpPr>
          <p:spPr>
            <a:xfrm flipV="1">
              <a:off x="3110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6" name="Line 36"/>
            <p:cNvSpPr/>
            <p:nvPr/>
          </p:nvSpPr>
          <p:spPr>
            <a:xfrm flipV="1">
              <a:off x="4943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7" name="Line 37"/>
            <p:cNvSpPr/>
            <p:nvPr/>
          </p:nvSpPr>
          <p:spPr>
            <a:xfrm flipV="1">
              <a:off x="46346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8" name="Line 38"/>
            <p:cNvSpPr/>
            <p:nvPr/>
          </p:nvSpPr>
          <p:spPr>
            <a:xfrm flipV="1">
              <a:off x="5244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9" name="Line 39"/>
            <p:cNvSpPr/>
            <p:nvPr/>
          </p:nvSpPr>
          <p:spPr>
            <a:xfrm flipV="1">
              <a:off x="6161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0" name="Line 40"/>
            <p:cNvSpPr/>
            <p:nvPr/>
          </p:nvSpPr>
          <p:spPr>
            <a:xfrm flipV="1">
              <a:off x="6467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1" name="Line 41"/>
            <p:cNvSpPr/>
            <p:nvPr/>
          </p:nvSpPr>
          <p:spPr>
            <a:xfrm flipV="1">
              <a:off x="6770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2" name="Line 42"/>
            <p:cNvSpPr/>
            <p:nvPr/>
          </p:nvSpPr>
          <p:spPr>
            <a:xfrm flipV="1">
              <a:off x="70765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3" name="Line 43"/>
            <p:cNvSpPr/>
            <p:nvPr/>
          </p:nvSpPr>
          <p:spPr>
            <a:xfrm flipV="1">
              <a:off x="7378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4" name="Line 44"/>
            <p:cNvSpPr/>
            <p:nvPr/>
          </p:nvSpPr>
          <p:spPr>
            <a:xfrm flipV="1">
              <a:off x="7684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5" name="Line 45"/>
            <p:cNvSpPr/>
            <p:nvPr/>
          </p:nvSpPr>
          <p:spPr>
            <a:xfrm flipV="1">
              <a:off x="7988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6" name="Line 46"/>
            <p:cNvSpPr/>
            <p:nvPr/>
          </p:nvSpPr>
          <p:spPr>
            <a:xfrm flipV="1">
              <a:off x="5550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7" name="Line 47"/>
            <p:cNvSpPr/>
            <p:nvPr/>
          </p:nvSpPr>
          <p:spPr>
            <a:xfrm flipV="1">
              <a:off x="58528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88" name="Group 48"/>
          <p:cNvGrpSpPr/>
          <p:nvPr/>
        </p:nvGrpSpPr>
        <p:grpSpPr>
          <a:xfrm>
            <a:off x="2250720" y="2552400"/>
            <a:ext cx="190440" cy="54000"/>
            <a:chOff x="2250720" y="2552400"/>
            <a:chExt cx="190440" cy="54000"/>
          </a:xfrm>
        </p:grpSpPr>
        <p:sp>
          <p:nvSpPr>
            <p:cNvPr id="89" name="Line 49"/>
            <p:cNvSpPr/>
            <p:nvPr/>
          </p:nvSpPr>
          <p:spPr>
            <a:xfrm flipV="1">
              <a:off x="225072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0" name="Line 50"/>
            <p:cNvSpPr/>
            <p:nvPr/>
          </p:nvSpPr>
          <p:spPr>
            <a:xfrm flipV="1">
              <a:off x="231192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1" name="Line 51"/>
            <p:cNvSpPr/>
            <p:nvPr/>
          </p:nvSpPr>
          <p:spPr>
            <a:xfrm flipV="1">
              <a:off x="237672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2" name="Line 52"/>
            <p:cNvSpPr/>
            <p:nvPr/>
          </p:nvSpPr>
          <p:spPr>
            <a:xfrm flipV="1">
              <a:off x="244080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93" name="CustomShape 53"/>
          <p:cNvSpPr/>
          <p:nvPr/>
        </p:nvSpPr>
        <p:spPr>
          <a:xfrm>
            <a:off x="2907360" y="191484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4" name="CustomShape 54"/>
          <p:cNvSpPr/>
          <p:nvPr/>
        </p:nvSpPr>
        <p:spPr>
          <a:xfrm>
            <a:off x="232668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9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95" name="CustomShape 55"/>
          <p:cNvSpPr/>
          <p:nvPr/>
        </p:nvSpPr>
        <p:spPr>
          <a:xfrm>
            <a:off x="356868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30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96" name="Table 56"/>
          <p:cNvGraphicFramePr/>
          <p:nvPr/>
        </p:nvGraphicFramePr>
        <p:xfrm>
          <a:off x="3719880" y="2209680"/>
          <a:ext cx="1706400" cy="307080"/>
        </p:xfrm>
        <a:graphic>
          <a:graphicData uri="http://schemas.openxmlformats.org/drawingml/2006/table">
            <a:tbl>
              <a:tblPr/>
              <a:tblGrid>
                <a:gridCol w="170640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14,  8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97" name="Group 57"/>
          <p:cNvGrpSpPr/>
          <p:nvPr/>
        </p:nvGrpSpPr>
        <p:grpSpPr>
          <a:xfrm>
            <a:off x="5299560" y="2549520"/>
            <a:ext cx="190440" cy="54000"/>
            <a:chOff x="5299560" y="2549520"/>
            <a:chExt cx="190440" cy="54000"/>
          </a:xfrm>
        </p:grpSpPr>
        <p:sp>
          <p:nvSpPr>
            <p:cNvPr id="98" name="Line 58"/>
            <p:cNvSpPr/>
            <p:nvPr/>
          </p:nvSpPr>
          <p:spPr>
            <a:xfrm flipV="1">
              <a:off x="529956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9" name="Line 59"/>
            <p:cNvSpPr/>
            <p:nvPr/>
          </p:nvSpPr>
          <p:spPr>
            <a:xfrm flipV="1">
              <a:off x="536112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0" name="Line 60"/>
            <p:cNvSpPr/>
            <p:nvPr/>
          </p:nvSpPr>
          <p:spPr>
            <a:xfrm flipV="1">
              <a:off x="542556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1" name="Line 61"/>
            <p:cNvSpPr/>
            <p:nvPr/>
          </p:nvSpPr>
          <p:spPr>
            <a:xfrm flipV="1">
              <a:off x="548964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102" name="CustomShape 62"/>
          <p:cNvSpPr/>
          <p:nvPr/>
        </p:nvSpPr>
        <p:spPr>
          <a:xfrm>
            <a:off x="4450320" y="191484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CustomShape 63"/>
          <p:cNvSpPr/>
          <p:nvPr/>
        </p:nvSpPr>
        <p:spPr>
          <a:xfrm>
            <a:off x="528912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58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104" name="Table 64"/>
          <p:cNvGraphicFramePr/>
          <p:nvPr/>
        </p:nvGraphicFramePr>
        <p:xfrm>
          <a:off x="5428080" y="2208240"/>
          <a:ext cx="611640" cy="307080"/>
        </p:xfrm>
        <a:graphic>
          <a:graphicData uri="http://schemas.openxmlformats.org/drawingml/2006/table">
            <a:tbl>
              <a:tblPr/>
              <a:tblGrid>
                <a:gridCol w="61164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105" name="Group 65"/>
          <p:cNvGrpSpPr/>
          <p:nvPr/>
        </p:nvGrpSpPr>
        <p:grpSpPr>
          <a:xfrm>
            <a:off x="5913720" y="2554560"/>
            <a:ext cx="190440" cy="54000"/>
            <a:chOff x="5913720" y="2554560"/>
            <a:chExt cx="190440" cy="54000"/>
          </a:xfrm>
        </p:grpSpPr>
        <p:sp>
          <p:nvSpPr>
            <p:cNvPr id="106" name="Line 66"/>
            <p:cNvSpPr/>
            <p:nvPr/>
          </p:nvSpPr>
          <p:spPr>
            <a:xfrm flipV="1">
              <a:off x="591372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7" name="Line 67"/>
            <p:cNvSpPr/>
            <p:nvPr/>
          </p:nvSpPr>
          <p:spPr>
            <a:xfrm flipV="1">
              <a:off x="597492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8" name="Line 68"/>
            <p:cNvSpPr/>
            <p:nvPr/>
          </p:nvSpPr>
          <p:spPr>
            <a:xfrm flipV="1">
              <a:off x="603972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9" name="Line 69"/>
            <p:cNvSpPr/>
            <p:nvPr/>
          </p:nvSpPr>
          <p:spPr>
            <a:xfrm flipV="1">
              <a:off x="610380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10" name="Table 70"/>
          <p:cNvGraphicFramePr/>
          <p:nvPr/>
        </p:nvGraphicFramePr>
        <p:xfrm>
          <a:off x="6039720" y="2207880"/>
          <a:ext cx="1335960" cy="30708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111" name="CustomShape 71"/>
          <p:cNvSpPr/>
          <p:nvPr/>
        </p:nvSpPr>
        <p:spPr>
          <a:xfrm>
            <a:off x="589644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2" name="CustomShape 72"/>
          <p:cNvSpPr/>
          <p:nvPr/>
        </p:nvSpPr>
        <p:spPr>
          <a:xfrm>
            <a:off x="723348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90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3" name="CustomShape 73"/>
          <p:cNvSpPr/>
          <p:nvPr/>
        </p:nvSpPr>
        <p:spPr>
          <a:xfrm>
            <a:off x="177624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4" name="CustomShape 74"/>
          <p:cNvSpPr/>
          <p:nvPr/>
        </p:nvSpPr>
        <p:spPr>
          <a:xfrm>
            <a:off x="5556960" y="191484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5" name="CustomShape 75"/>
          <p:cNvSpPr/>
          <p:nvPr/>
        </p:nvSpPr>
        <p:spPr>
          <a:xfrm>
            <a:off x="6539760" y="191484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116" name="Group 76"/>
          <p:cNvGrpSpPr/>
          <p:nvPr/>
        </p:nvGrpSpPr>
        <p:grpSpPr>
          <a:xfrm>
            <a:off x="1892880" y="3261960"/>
            <a:ext cx="6096240" cy="54000"/>
            <a:chOff x="1892880" y="3261960"/>
            <a:chExt cx="6096240" cy="54000"/>
          </a:xfrm>
        </p:grpSpPr>
        <p:sp>
          <p:nvSpPr>
            <p:cNvPr id="117" name="Line 77"/>
            <p:cNvSpPr/>
            <p:nvPr/>
          </p:nvSpPr>
          <p:spPr>
            <a:xfrm>
              <a:off x="1892880" y="32680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18" name="Line 78"/>
            <p:cNvSpPr/>
            <p:nvPr/>
          </p:nvSpPr>
          <p:spPr>
            <a:xfrm flipV="1">
              <a:off x="1895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19" name="Line 79"/>
            <p:cNvSpPr/>
            <p:nvPr/>
          </p:nvSpPr>
          <p:spPr>
            <a:xfrm flipV="1">
              <a:off x="219780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0" name="Line 80"/>
            <p:cNvSpPr/>
            <p:nvPr/>
          </p:nvSpPr>
          <p:spPr>
            <a:xfrm flipV="1">
              <a:off x="249984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1" name="Line 81"/>
            <p:cNvSpPr/>
            <p:nvPr/>
          </p:nvSpPr>
          <p:spPr>
            <a:xfrm flipV="1">
              <a:off x="280260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2" name="Line 82"/>
            <p:cNvSpPr/>
            <p:nvPr/>
          </p:nvSpPr>
          <p:spPr>
            <a:xfrm flipV="1">
              <a:off x="34156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3" name="Line 83"/>
            <p:cNvSpPr/>
            <p:nvPr/>
          </p:nvSpPr>
          <p:spPr>
            <a:xfrm flipV="1">
              <a:off x="43333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4" name="Line 84"/>
            <p:cNvSpPr/>
            <p:nvPr/>
          </p:nvSpPr>
          <p:spPr>
            <a:xfrm flipV="1">
              <a:off x="402840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5" name="Line 85"/>
            <p:cNvSpPr/>
            <p:nvPr/>
          </p:nvSpPr>
          <p:spPr>
            <a:xfrm flipV="1">
              <a:off x="37231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6" name="Line 86"/>
            <p:cNvSpPr/>
            <p:nvPr/>
          </p:nvSpPr>
          <p:spPr>
            <a:xfrm flipV="1">
              <a:off x="3110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7" name="Line 87"/>
            <p:cNvSpPr/>
            <p:nvPr/>
          </p:nvSpPr>
          <p:spPr>
            <a:xfrm flipV="1">
              <a:off x="49431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8" name="Line 88"/>
            <p:cNvSpPr/>
            <p:nvPr/>
          </p:nvSpPr>
          <p:spPr>
            <a:xfrm flipV="1">
              <a:off x="463464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9" name="Line 89"/>
            <p:cNvSpPr/>
            <p:nvPr/>
          </p:nvSpPr>
          <p:spPr>
            <a:xfrm flipV="1">
              <a:off x="52444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0" name="Line 90"/>
            <p:cNvSpPr/>
            <p:nvPr/>
          </p:nvSpPr>
          <p:spPr>
            <a:xfrm flipV="1">
              <a:off x="6161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1" name="Line 91"/>
            <p:cNvSpPr/>
            <p:nvPr/>
          </p:nvSpPr>
          <p:spPr>
            <a:xfrm flipV="1">
              <a:off x="6467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2" name="Line 92"/>
            <p:cNvSpPr/>
            <p:nvPr/>
          </p:nvSpPr>
          <p:spPr>
            <a:xfrm flipV="1">
              <a:off x="67701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3" name="Line 93"/>
            <p:cNvSpPr/>
            <p:nvPr/>
          </p:nvSpPr>
          <p:spPr>
            <a:xfrm flipV="1">
              <a:off x="70765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4" name="Line 94"/>
            <p:cNvSpPr/>
            <p:nvPr/>
          </p:nvSpPr>
          <p:spPr>
            <a:xfrm flipV="1">
              <a:off x="73789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5" name="Line 95"/>
            <p:cNvSpPr/>
            <p:nvPr/>
          </p:nvSpPr>
          <p:spPr>
            <a:xfrm flipV="1">
              <a:off x="76849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6" name="Line 96"/>
            <p:cNvSpPr/>
            <p:nvPr/>
          </p:nvSpPr>
          <p:spPr>
            <a:xfrm flipV="1">
              <a:off x="7988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7" name="Line 97"/>
            <p:cNvSpPr/>
            <p:nvPr/>
          </p:nvSpPr>
          <p:spPr>
            <a:xfrm flipV="1">
              <a:off x="55504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8" name="Line 98"/>
            <p:cNvSpPr/>
            <p:nvPr/>
          </p:nvSpPr>
          <p:spPr>
            <a:xfrm flipV="1">
              <a:off x="58528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139" name="Group 99"/>
          <p:cNvGrpSpPr/>
          <p:nvPr/>
        </p:nvGrpSpPr>
        <p:grpSpPr>
          <a:xfrm>
            <a:off x="2250720" y="3264480"/>
            <a:ext cx="190440" cy="54000"/>
            <a:chOff x="2250720" y="3264480"/>
            <a:chExt cx="190440" cy="54000"/>
          </a:xfrm>
        </p:grpSpPr>
        <p:sp>
          <p:nvSpPr>
            <p:cNvPr id="140" name="Line 100"/>
            <p:cNvSpPr/>
            <p:nvPr/>
          </p:nvSpPr>
          <p:spPr>
            <a:xfrm flipV="1">
              <a:off x="22507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1" name="Line 101"/>
            <p:cNvSpPr/>
            <p:nvPr/>
          </p:nvSpPr>
          <p:spPr>
            <a:xfrm flipV="1">
              <a:off x="23119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2" name="Line 102"/>
            <p:cNvSpPr/>
            <p:nvPr/>
          </p:nvSpPr>
          <p:spPr>
            <a:xfrm flipV="1">
              <a:off x="23767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3" name="Line 103"/>
            <p:cNvSpPr/>
            <p:nvPr/>
          </p:nvSpPr>
          <p:spPr>
            <a:xfrm flipV="1">
              <a:off x="244080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144" name="Group 104"/>
          <p:cNvGrpSpPr/>
          <p:nvPr/>
        </p:nvGrpSpPr>
        <p:grpSpPr>
          <a:xfrm>
            <a:off x="3475800" y="3266280"/>
            <a:ext cx="190440" cy="54000"/>
            <a:chOff x="3475800" y="3266280"/>
            <a:chExt cx="190440" cy="54000"/>
          </a:xfrm>
        </p:grpSpPr>
        <p:sp>
          <p:nvSpPr>
            <p:cNvPr id="145" name="Line 105"/>
            <p:cNvSpPr/>
            <p:nvPr/>
          </p:nvSpPr>
          <p:spPr>
            <a:xfrm flipV="1">
              <a:off x="347580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6" name="Line 106"/>
            <p:cNvSpPr/>
            <p:nvPr/>
          </p:nvSpPr>
          <p:spPr>
            <a:xfrm flipV="1">
              <a:off x="353700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7" name="Line 107"/>
            <p:cNvSpPr/>
            <p:nvPr/>
          </p:nvSpPr>
          <p:spPr>
            <a:xfrm flipV="1">
              <a:off x="360180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8" name="Line 108"/>
            <p:cNvSpPr/>
            <p:nvPr/>
          </p:nvSpPr>
          <p:spPr>
            <a:xfrm flipV="1">
              <a:off x="366588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49" name="Table 109"/>
          <p:cNvGraphicFramePr/>
          <p:nvPr/>
        </p:nvGraphicFramePr>
        <p:xfrm>
          <a:off x="2312280" y="2919600"/>
          <a:ext cx="1224720" cy="30708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150" name="CustomShape 110"/>
          <p:cNvSpPr/>
          <p:nvPr/>
        </p:nvSpPr>
        <p:spPr>
          <a:xfrm>
            <a:off x="3394800" y="32576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1" name="CustomShape 111"/>
          <p:cNvSpPr/>
          <p:nvPr/>
        </p:nvSpPr>
        <p:spPr>
          <a:xfrm>
            <a:off x="2192040" y="325764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2" name="CustomShape 112"/>
          <p:cNvSpPr/>
          <p:nvPr/>
        </p:nvSpPr>
        <p:spPr>
          <a:xfrm>
            <a:off x="1773360" y="325764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3" name="CustomShape 113"/>
          <p:cNvSpPr/>
          <p:nvPr/>
        </p:nvSpPr>
        <p:spPr>
          <a:xfrm>
            <a:off x="5837760" y="32576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4" name="CustomShape 114"/>
          <p:cNvSpPr/>
          <p:nvPr/>
        </p:nvSpPr>
        <p:spPr>
          <a:xfrm>
            <a:off x="7488000" y="32576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94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55" name="Group 115"/>
          <p:cNvGrpSpPr/>
          <p:nvPr/>
        </p:nvGrpSpPr>
        <p:grpSpPr>
          <a:xfrm>
            <a:off x="5917320" y="3264480"/>
            <a:ext cx="190440" cy="54000"/>
            <a:chOff x="5917320" y="3264480"/>
            <a:chExt cx="190440" cy="54000"/>
          </a:xfrm>
        </p:grpSpPr>
        <p:sp>
          <p:nvSpPr>
            <p:cNvPr id="156" name="Line 116"/>
            <p:cNvSpPr/>
            <p:nvPr/>
          </p:nvSpPr>
          <p:spPr>
            <a:xfrm flipV="1">
              <a:off x="59173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57" name="Line 117"/>
            <p:cNvSpPr/>
            <p:nvPr/>
          </p:nvSpPr>
          <p:spPr>
            <a:xfrm flipV="1">
              <a:off x="597888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58" name="Line 118"/>
            <p:cNvSpPr/>
            <p:nvPr/>
          </p:nvSpPr>
          <p:spPr>
            <a:xfrm flipV="1">
              <a:off x="60433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59" name="Line 119"/>
            <p:cNvSpPr/>
            <p:nvPr/>
          </p:nvSpPr>
          <p:spPr>
            <a:xfrm flipV="1">
              <a:off x="610740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60" name="Table 120"/>
          <p:cNvGraphicFramePr/>
          <p:nvPr/>
        </p:nvGraphicFramePr>
        <p:xfrm>
          <a:off x="3537360" y="2921040"/>
          <a:ext cx="2437560" cy="307080"/>
        </p:xfrm>
        <a:graphic>
          <a:graphicData uri="http://schemas.openxmlformats.org/drawingml/2006/table">
            <a:tbl>
              <a:tblPr/>
              <a:tblGrid>
                <a:gridCol w="24375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3,  6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pSp>
        <p:nvGrpSpPr>
          <p:cNvPr id="161" name="Group 121"/>
          <p:cNvGrpSpPr/>
          <p:nvPr/>
        </p:nvGrpSpPr>
        <p:grpSpPr>
          <a:xfrm>
            <a:off x="7440840" y="3262680"/>
            <a:ext cx="190080" cy="54000"/>
            <a:chOff x="7440840" y="3262680"/>
            <a:chExt cx="190080" cy="54000"/>
          </a:xfrm>
        </p:grpSpPr>
        <p:sp>
          <p:nvSpPr>
            <p:cNvPr id="162" name="Line 122"/>
            <p:cNvSpPr/>
            <p:nvPr/>
          </p:nvSpPr>
          <p:spPr>
            <a:xfrm flipV="1">
              <a:off x="744084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63" name="Line 123"/>
            <p:cNvSpPr/>
            <p:nvPr/>
          </p:nvSpPr>
          <p:spPr>
            <a:xfrm flipV="1">
              <a:off x="750204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64" name="Line 124"/>
            <p:cNvSpPr/>
            <p:nvPr/>
          </p:nvSpPr>
          <p:spPr>
            <a:xfrm flipV="1">
              <a:off x="756684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65" name="Line 125"/>
            <p:cNvSpPr/>
            <p:nvPr/>
          </p:nvSpPr>
          <p:spPr>
            <a:xfrm flipV="1">
              <a:off x="763056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66" name="Table 126"/>
          <p:cNvGraphicFramePr/>
          <p:nvPr/>
        </p:nvGraphicFramePr>
        <p:xfrm>
          <a:off x="5975280" y="2920320"/>
          <a:ext cx="1655280" cy="30708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167" name="CustomShape 127"/>
          <p:cNvSpPr/>
          <p:nvPr/>
        </p:nvSpPr>
        <p:spPr>
          <a:xfrm>
            <a:off x="2775240" y="2634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8" name="CustomShape 128"/>
          <p:cNvSpPr/>
          <p:nvPr/>
        </p:nvSpPr>
        <p:spPr>
          <a:xfrm>
            <a:off x="4610160" y="2634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9" name="CustomShape 129"/>
          <p:cNvSpPr/>
          <p:nvPr/>
        </p:nvSpPr>
        <p:spPr>
          <a:xfrm>
            <a:off x="6582960" y="26341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0" name="CustomShape 130"/>
          <p:cNvSpPr/>
          <p:nvPr/>
        </p:nvSpPr>
        <p:spPr>
          <a:xfrm>
            <a:off x="1640880" y="224352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1" name="CustomShape 131"/>
          <p:cNvSpPr/>
          <p:nvPr/>
        </p:nvSpPr>
        <p:spPr>
          <a:xfrm>
            <a:off x="1640880" y="296136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2" name="Table 1"/>
          <p:cNvGraphicFramePr/>
          <p:nvPr/>
        </p:nvGraphicFramePr>
        <p:xfrm>
          <a:off x="1920240" y="2193480"/>
          <a:ext cx="1462680" cy="313920"/>
        </p:xfrm>
        <a:graphic>
          <a:graphicData uri="http://schemas.openxmlformats.org/drawingml/2006/table">
            <a:tbl>
              <a:tblPr/>
              <a:tblGrid>
                <a:gridCol w="1463040"/>
              </a:tblGrid>
              <a:tr h="3142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…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b="0" lang="en-US" sz="6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173" name="Group 2"/>
          <p:cNvGrpSpPr/>
          <p:nvPr/>
        </p:nvGrpSpPr>
        <p:grpSpPr>
          <a:xfrm>
            <a:off x="1890000" y="2549160"/>
            <a:ext cx="4968000" cy="54000"/>
            <a:chOff x="1890000" y="2549160"/>
            <a:chExt cx="4968000" cy="54000"/>
          </a:xfrm>
        </p:grpSpPr>
        <p:sp>
          <p:nvSpPr>
            <p:cNvPr id="174" name="Line 3"/>
            <p:cNvSpPr/>
            <p:nvPr/>
          </p:nvSpPr>
          <p:spPr>
            <a:xfrm>
              <a:off x="1890000" y="2555280"/>
              <a:ext cx="49676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5" name="Line 4"/>
            <p:cNvSpPr/>
            <p:nvPr/>
          </p:nvSpPr>
          <p:spPr>
            <a:xfrm flipV="1">
              <a:off x="189252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6" name="Line 5"/>
            <p:cNvSpPr/>
            <p:nvPr/>
          </p:nvSpPr>
          <p:spPr>
            <a:xfrm flipV="1">
              <a:off x="21384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7" name="Line 6"/>
            <p:cNvSpPr/>
            <p:nvPr/>
          </p:nvSpPr>
          <p:spPr>
            <a:xfrm flipV="1">
              <a:off x="23846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8" name="Line 7"/>
            <p:cNvSpPr/>
            <p:nvPr/>
          </p:nvSpPr>
          <p:spPr>
            <a:xfrm flipV="1">
              <a:off x="263124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9" name="Line 8"/>
            <p:cNvSpPr/>
            <p:nvPr/>
          </p:nvSpPr>
          <p:spPr>
            <a:xfrm flipV="1">
              <a:off x="31309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0" name="Line 9"/>
            <p:cNvSpPr/>
            <p:nvPr/>
          </p:nvSpPr>
          <p:spPr>
            <a:xfrm flipV="1">
              <a:off x="38786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1" name="Line 10"/>
            <p:cNvSpPr/>
            <p:nvPr/>
          </p:nvSpPr>
          <p:spPr>
            <a:xfrm flipV="1">
              <a:off x="3629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2" name="Line 11"/>
            <p:cNvSpPr/>
            <p:nvPr/>
          </p:nvSpPr>
          <p:spPr>
            <a:xfrm flipV="1">
              <a:off x="33814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3" name="Line 12"/>
            <p:cNvSpPr/>
            <p:nvPr/>
          </p:nvSpPr>
          <p:spPr>
            <a:xfrm flipV="1">
              <a:off x="28825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4" name="Line 13"/>
            <p:cNvSpPr/>
            <p:nvPr/>
          </p:nvSpPr>
          <p:spPr>
            <a:xfrm flipV="1">
              <a:off x="43758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5" name="Line 14"/>
            <p:cNvSpPr/>
            <p:nvPr/>
          </p:nvSpPr>
          <p:spPr>
            <a:xfrm flipV="1">
              <a:off x="412416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6" name="Line 15"/>
            <p:cNvSpPr/>
            <p:nvPr/>
          </p:nvSpPr>
          <p:spPr>
            <a:xfrm flipV="1">
              <a:off x="46209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7" name="Line 16"/>
            <p:cNvSpPr/>
            <p:nvPr/>
          </p:nvSpPr>
          <p:spPr>
            <a:xfrm flipV="1">
              <a:off x="53686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8" name="Line 17"/>
            <p:cNvSpPr/>
            <p:nvPr/>
          </p:nvSpPr>
          <p:spPr>
            <a:xfrm flipV="1">
              <a:off x="56181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9" name="Line 18"/>
            <p:cNvSpPr/>
            <p:nvPr/>
          </p:nvSpPr>
          <p:spPr>
            <a:xfrm flipV="1">
              <a:off x="586476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0" name="Line 19"/>
            <p:cNvSpPr/>
            <p:nvPr/>
          </p:nvSpPr>
          <p:spPr>
            <a:xfrm flipV="1">
              <a:off x="6113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1" name="Line 20"/>
            <p:cNvSpPr/>
            <p:nvPr/>
          </p:nvSpPr>
          <p:spPr>
            <a:xfrm flipV="1">
              <a:off x="63608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2" name="Line 21"/>
            <p:cNvSpPr/>
            <p:nvPr/>
          </p:nvSpPr>
          <p:spPr>
            <a:xfrm flipV="1">
              <a:off x="66099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3" name="Line 22"/>
            <p:cNvSpPr/>
            <p:nvPr/>
          </p:nvSpPr>
          <p:spPr>
            <a:xfrm flipV="1">
              <a:off x="68576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4" name="Line 23"/>
            <p:cNvSpPr/>
            <p:nvPr/>
          </p:nvSpPr>
          <p:spPr>
            <a:xfrm flipV="1">
              <a:off x="487080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5" name="Line 24"/>
            <p:cNvSpPr/>
            <p:nvPr/>
          </p:nvSpPr>
          <p:spPr>
            <a:xfrm flipV="1">
              <a:off x="51170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196" name="Group 25"/>
          <p:cNvGrpSpPr/>
          <p:nvPr/>
        </p:nvGrpSpPr>
        <p:grpSpPr>
          <a:xfrm>
            <a:off x="1892880" y="6265800"/>
            <a:ext cx="6096240" cy="54000"/>
            <a:chOff x="1892880" y="6265800"/>
            <a:chExt cx="6096240" cy="54000"/>
          </a:xfrm>
        </p:grpSpPr>
        <p:sp>
          <p:nvSpPr>
            <p:cNvPr id="197" name="Line 26"/>
            <p:cNvSpPr/>
            <p:nvPr/>
          </p:nvSpPr>
          <p:spPr>
            <a:xfrm>
              <a:off x="1892880" y="627192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8" name="Line 27"/>
            <p:cNvSpPr/>
            <p:nvPr/>
          </p:nvSpPr>
          <p:spPr>
            <a:xfrm flipV="1">
              <a:off x="1895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9" name="Line 28"/>
            <p:cNvSpPr/>
            <p:nvPr/>
          </p:nvSpPr>
          <p:spPr>
            <a:xfrm flipV="1">
              <a:off x="21978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0" name="Line 29"/>
            <p:cNvSpPr/>
            <p:nvPr/>
          </p:nvSpPr>
          <p:spPr>
            <a:xfrm flipV="1">
              <a:off x="24998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1" name="Line 30"/>
            <p:cNvSpPr/>
            <p:nvPr/>
          </p:nvSpPr>
          <p:spPr>
            <a:xfrm flipV="1">
              <a:off x="28026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2" name="Line 31"/>
            <p:cNvSpPr/>
            <p:nvPr/>
          </p:nvSpPr>
          <p:spPr>
            <a:xfrm flipV="1">
              <a:off x="34156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3" name="Line 32"/>
            <p:cNvSpPr/>
            <p:nvPr/>
          </p:nvSpPr>
          <p:spPr>
            <a:xfrm flipV="1">
              <a:off x="43333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4" name="Line 33"/>
            <p:cNvSpPr/>
            <p:nvPr/>
          </p:nvSpPr>
          <p:spPr>
            <a:xfrm flipV="1">
              <a:off x="40284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5" name="Line 34"/>
            <p:cNvSpPr/>
            <p:nvPr/>
          </p:nvSpPr>
          <p:spPr>
            <a:xfrm flipV="1">
              <a:off x="37231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6" name="Line 35"/>
            <p:cNvSpPr/>
            <p:nvPr/>
          </p:nvSpPr>
          <p:spPr>
            <a:xfrm flipV="1">
              <a:off x="3110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7" name="Line 36"/>
            <p:cNvSpPr/>
            <p:nvPr/>
          </p:nvSpPr>
          <p:spPr>
            <a:xfrm flipV="1">
              <a:off x="4943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8" name="Line 37"/>
            <p:cNvSpPr/>
            <p:nvPr/>
          </p:nvSpPr>
          <p:spPr>
            <a:xfrm flipV="1">
              <a:off x="46346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9" name="Line 38"/>
            <p:cNvSpPr/>
            <p:nvPr/>
          </p:nvSpPr>
          <p:spPr>
            <a:xfrm flipV="1">
              <a:off x="5244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0" name="Line 39"/>
            <p:cNvSpPr/>
            <p:nvPr/>
          </p:nvSpPr>
          <p:spPr>
            <a:xfrm flipV="1">
              <a:off x="6161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1" name="Line 40"/>
            <p:cNvSpPr/>
            <p:nvPr/>
          </p:nvSpPr>
          <p:spPr>
            <a:xfrm flipV="1">
              <a:off x="6467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2" name="Line 41"/>
            <p:cNvSpPr/>
            <p:nvPr/>
          </p:nvSpPr>
          <p:spPr>
            <a:xfrm flipV="1">
              <a:off x="6770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3" name="Line 42"/>
            <p:cNvSpPr/>
            <p:nvPr/>
          </p:nvSpPr>
          <p:spPr>
            <a:xfrm flipV="1">
              <a:off x="70765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4" name="Line 43"/>
            <p:cNvSpPr/>
            <p:nvPr/>
          </p:nvSpPr>
          <p:spPr>
            <a:xfrm flipV="1">
              <a:off x="7378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5" name="Line 44"/>
            <p:cNvSpPr/>
            <p:nvPr/>
          </p:nvSpPr>
          <p:spPr>
            <a:xfrm flipV="1">
              <a:off x="7684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6" name="Line 45"/>
            <p:cNvSpPr/>
            <p:nvPr/>
          </p:nvSpPr>
          <p:spPr>
            <a:xfrm flipV="1">
              <a:off x="7988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7" name="Line 46"/>
            <p:cNvSpPr/>
            <p:nvPr/>
          </p:nvSpPr>
          <p:spPr>
            <a:xfrm flipV="1">
              <a:off x="5550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8" name="Line 47"/>
            <p:cNvSpPr/>
            <p:nvPr/>
          </p:nvSpPr>
          <p:spPr>
            <a:xfrm flipV="1">
              <a:off x="58528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219" name="CustomShape 48"/>
          <p:cNvSpPr/>
          <p:nvPr/>
        </p:nvSpPr>
        <p:spPr>
          <a:xfrm>
            <a:off x="3200400" y="1920240"/>
            <a:ext cx="3229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S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graphicFrame>
        <p:nvGraphicFramePr>
          <p:cNvPr id="220" name="Table 49"/>
          <p:cNvGraphicFramePr/>
          <p:nvPr/>
        </p:nvGraphicFramePr>
        <p:xfrm>
          <a:off x="3380040" y="2197800"/>
          <a:ext cx="1465920" cy="307440"/>
        </p:xfrm>
        <a:graphic>
          <a:graphicData uri="http://schemas.openxmlformats.org/drawingml/2006/table">
            <a:tbl>
              <a:tblPr/>
              <a:tblGrid>
                <a:gridCol w="1466280"/>
              </a:tblGrid>
              <a:tr h="30780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…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b="0" lang="en-US" sz="6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9ae"/>
                    </a:solidFill>
                  </a:tcPr>
                </a:tc>
              </a:tr>
            </a:tbl>
          </a:graphicData>
        </a:graphic>
      </p:graphicFrame>
      <p:sp>
        <p:nvSpPr>
          <p:cNvPr id="221" name="CustomShape 50"/>
          <p:cNvSpPr/>
          <p:nvPr/>
        </p:nvSpPr>
        <p:spPr>
          <a:xfrm>
            <a:off x="528912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graphicFrame>
        <p:nvGraphicFramePr>
          <p:cNvPr id="222" name="Table 51"/>
          <p:cNvGraphicFramePr/>
          <p:nvPr/>
        </p:nvGraphicFramePr>
        <p:xfrm>
          <a:off x="4846320" y="2196720"/>
          <a:ext cx="667800" cy="306720"/>
        </p:xfrm>
        <a:graphic>
          <a:graphicData uri="http://schemas.openxmlformats.org/drawingml/2006/table">
            <a:tbl>
              <a:tblPr/>
              <a:tblGrid>
                <a:gridCol w="66780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ce4e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3" name="Table 52"/>
          <p:cNvGraphicFramePr/>
          <p:nvPr/>
        </p:nvGraphicFramePr>
        <p:xfrm>
          <a:off x="5513760" y="2201760"/>
          <a:ext cx="1343520" cy="414720"/>
        </p:xfrm>
        <a:graphic>
          <a:graphicData uri="http://schemas.openxmlformats.org/drawingml/2006/table">
            <a:tbl>
              <a:tblPr/>
              <a:tblGrid>
                <a:gridCol w="1343520"/>
              </a:tblGrid>
              <a:tr h="30240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k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k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…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b="0" lang="en-US" sz="6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7a19a"/>
                    </a:solidFill>
                  </a:tcPr>
                </a:tc>
              </a:tr>
            </a:tbl>
          </a:graphicData>
        </a:graphic>
      </p:graphicFrame>
      <p:sp>
        <p:nvSpPr>
          <p:cNvPr id="224" name="CustomShape 53"/>
          <p:cNvSpPr/>
          <p:nvPr/>
        </p:nvSpPr>
        <p:spPr>
          <a:xfrm>
            <a:off x="592848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CustomShape 54"/>
          <p:cNvSpPr/>
          <p:nvPr/>
        </p:nvSpPr>
        <p:spPr>
          <a:xfrm>
            <a:off x="726552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CustomShape 55"/>
          <p:cNvSpPr/>
          <p:nvPr/>
        </p:nvSpPr>
        <p:spPr>
          <a:xfrm>
            <a:off x="177624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27" name="CustomShape 56"/>
          <p:cNvSpPr/>
          <p:nvPr/>
        </p:nvSpPr>
        <p:spPr>
          <a:xfrm>
            <a:off x="1559160" y="222336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8" name="CustomShape 57"/>
          <p:cNvSpPr/>
          <p:nvPr/>
        </p:nvSpPr>
        <p:spPr>
          <a:xfrm>
            <a:off x="5352480" y="1920240"/>
            <a:ext cx="312120" cy="303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...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9" name="CustomShape 58"/>
          <p:cNvSpPr/>
          <p:nvPr/>
        </p:nvSpPr>
        <p:spPr>
          <a:xfrm>
            <a:off x="6675120" y="1920240"/>
            <a:ext cx="3214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S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30" name="CustomShape 59"/>
          <p:cNvSpPr/>
          <p:nvPr/>
        </p:nvSpPr>
        <p:spPr>
          <a:xfrm>
            <a:off x="4707000" y="1920240"/>
            <a:ext cx="3214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S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pic>
        <p:nvPicPr>
          <p:cNvPr id="231" name="" descr=""/>
          <p:cNvPicPr/>
          <p:nvPr/>
        </p:nvPicPr>
        <p:blipFill>
          <a:blip r:embed="rId1"/>
          <a:srcRect l="24124" t="30261" r="57872" b="48378"/>
          <a:stretch/>
        </p:blipFill>
        <p:spPr>
          <a:xfrm>
            <a:off x="3063960" y="2651760"/>
            <a:ext cx="685080" cy="457200"/>
          </a:xfrm>
          <a:prstGeom prst="rect">
            <a:avLst/>
          </a:prstGeom>
          <a:ln>
            <a:noFill/>
          </a:ln>
        </p:spPr>
      </p:pic>
      <p:pic>
        <p:nvPicPr>
          <p:cNvPr id="232" name="" descr=""/>
          <p:cNvPicPr/>
          <p:nvPr/>
        </p:nvPicPr>
        <p:blipFill>
          <a:blip r:embed="rId2"/>
          <a:srcRect l="21994" t="39108" r="61002" b="39552"/>
          <a:stretch/>
        </p:blipFill>
        <p:spPr>
          <a:xfrm>
            <a:off x="4572000" y="2620080"/>
            <a:ext cx="693000" cy="488880"/>
          </a:xfrm>
          <a:prstGeom prst="rect">
            <a:avLst/>
          </a:prstGeom>
          <a:ln>
            <a:noFill/>
          </a:ln>
        </p:spPr>
      </p:pic>
      <p:pic>
        <p:nvPicPr>
          <p:cNvPr id="233" name="" descr=""/>
          <p:cNvPicPr/>
          <p:nvPr/>
        </p:nvPicPr>
        <p:blipFill>
          <a:blip r:embed="rId3"/>
          <a:srcRect l="11352" t="34075" r="70648" b="46362"/>
          <a:stretch/>
        </p:blipFill>
        <p:spPr>
          <a:xfrm>
            <a:off x="6476400" y="2651760"/>
            <a:ext cx="747360" cy="4568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3" dur="indefinite" restart="never" nodeType="tmRoot">
          <p:childTnLst>
            <p:seq>
              <p:cTn id="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roup 1"/>
          <p:cNvGrpSpPr/>
          <p:nvPr/>
        </p:nvGrpSpPr>
        <p:grpSpPr>
          <a:xfrm>
            <a:off x="1890000" y="767160"/>
            <a:ext cx="6096240" cy="54000"/>
            <a:chOff x="1890000" y="767160"/>
            <a:chExt cx="6096240" cy="54000"/>
          </a:xfrm>
        </p:grpSpPr>
        <p:sp>
          <p:nvSpPr>
            <p:cNvPr id="235" name="Line 2"/>
            <p:cNvSpPr/>
            <p:nvPr/>
          </p:nvSpPr>
          <p:spPr>
            <a:xfrm>
              <a:off x="1890000" y="7732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36" name="Line 3"/>
            <p:cNvSpPr/>
            <p:nvPr/>
          </p:nvSpPr>
          <p:spPr>
            <a:xfrm flipV="1">
              <a:off x="1892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37" name="Line 4"/>
            <p:cNvSpPr/>
            <p:nvPr/>
          </p:nvSpPr>
          <p:spPr>
            <a:xfrm flipV="1">
              <a:off x="219492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38" name="Line 5"/>
            <p:cNvSpPr/>
            <p:nvPr/>
          </p:nvSpPr>
          <p:spPr>
            <a:xfrm flipV="1">
              <a:off x="249696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39" name="Line 6"/>
            <p:cNvSpPr/>
            <p:nvPr/>
          </p:nvSpPr>
          <p:spPr>
            <a:xfrm flipV="1">
              <a:off x="279936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0" name="Line 7"/>
            <p:cNvSpPr/>
            <p:nvPr/>
          </p:nvSpPr>
          <p:spPr>
            <a:xfrm flipV="1">
              <a:off x="34128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1" name="Line 8"/>
            <p:cNvSpPr/>
            <p:nvPr/>
          </p:nvSpPr>
          <p:spPr>
            <a:xfrm flipV="1">
              <a:off x="43304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2" name="Line 9"/>
            <p:cNvSpPr/>
            <p:nvPr/>
          </p:nvSpPr>
          <p:spPr>
            <a:xfrm flipV="1">
              <a:off x="402516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3" name="Line 10"/>
            <p:cNvSpPr/>
            <p:nvPr/>
          </p:nvSpPr>
          <p:spPr>
            <a:xfrm flipV="1">
              <a:off x="37202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4" name="Line 11"/>
            <p:cNvSpPr/>
            <p:nvPr/>
          </p:nvSpPr>
          <p:spPr>
            <a:xfrm flipV="1">
              <a:off x="3107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5" name="Line 12"/>
            <p:cNvSpPr/>
            <p:nvPr/>
          </p:nvSpPr>
          <p:spPr>
            <a:xfrm flipV="1">
              <a:off x="49402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6" name="Line 13"/>
            <p:cNvSpPr/>
            <p:nvPr/>
          </p:nvSpPr>
          <p:spPr>
            <a:xfrm flipV="1">
              <a:off x="46314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7" name="Line 14"/>
            <p:cNvSpPr/>
            <p:nvPr/>
          </p:nvSpPr>
          <p:spPr>
            <a:xfrm flipV="1">
              <a:off x="52412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8" name="Line 15"/>
            <p:cNvSpPr/>
            <p:nvPr/>
          </p:nvSpPr>
          <p:spPr>
            <a:xfrm flipV="1">
              <a:off x="6158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9" name="Line 16"/>
            <p:cNvSpPr/>
            <p:nvPr/>
          </p:nvSpPr>
          <p:spPr>
            <a:xfrm flipV="1">
              <a:off x="6464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0" name="Line 17"/>
            <p:cNvSpPr/>
            <p:nvPr/>
          </p:nvSpPr>
          <p:spPr>
            <a:xfrm flipV="1">
              <a:off x="67672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1" name="Line 18"/>
            <p:cNvSpPr/>
            <p:nvPr/>
          </p:nvSpPr>
          <p:spPr>
            <a:xfrm flipV="1">
              <a:off x="70732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2" name="Line 19"/>
            <p:cNvSpPr/>
            <p:nvPr/>
          </p:nvSpPr>
          <p:spPr>
            <a:xfrm flipV="1">
              <a:off x="73760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3" name="Line 20"/>
            <p:cNvSpPr/>
            <p:nvPr/>
          </p:nvSpPr>
          <p:spPr>
            <a:xfrm flipV="1">
              <a:off x="76820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4" name="Line 21"/>
            <p:cNvSpPr/>
            <p:nvPr/>
          </p:nvSpPr>
          <p:spPr>
            <a:xfrm flipV="1">
              <a:off x="7985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5" name="Line 22"/>
            <p:cNvSpPr/>
            <p:nvPr/>
          </p:nvSpPr>
          <p:spPr>
            <a:xfrm flipV="1">
              <a:off x="55476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6" name="Line 23"/>
            <p:cNvSpPr/>
            <p:nvPr/>
          </p:nvSpPr>
          <p:spPr>
            <a:xfrm flipV="1">
              <a:off x="58500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257" name="Table 24"/>
          <p:cNvGraphicFramePr/>
          <p:nvPr/>
        </p:nvGraphicFramePr>
        <p:xfrm>
          <a:off x="2376720" y="425520"/>
          <a:ext cx="1038600" cy="307080"/>
        </p:xfrm>
        <a:graphic>
          <a:graphicData uri="http://schemas.openxmlformats.org/drawingml/2006/table">
            <a:tbl>
              <a:tblPr/>
              <a:tblGrid>
                <a:gridCol w="1038960"/>
              </a:tblGrid>
              <a:tr h="30744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7,  15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258" name="Group 25"/>
          <p:cNvGrpSpPr/>
          <p:nvPr/>
        </p:nvGrpSpPr>
        <p:grpSpPr>
          <a:xfrm>
            <a:off x="2250720" y="770040"/>
            <a:ext cx="190440" cy="54000"/>
            <a:chOff x="2250720" y="770040"/>
            <a:chExt cx="190440" cy="54000"/>
          </a:xfrm>
        </p:grpSpPr>
        <p:sp>
          <p:nvSpPr>
            <p:cNvPr id="259" name="Line 26"/>
            <p:cNvSpPr/>
            <p:nvPr/>
          </p:nvSpPr>
          <p:spPr>
            <a:xfrm flipV="1">
              <a:off x="225072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0" name="Line 27"/>
            <p:cNvSpPr/>
            <p:nvPr/>
          </p:nvSpPr>
          <p:spPr>
            <a:xfrm flipV="1">
              <a:off x="231192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1" name="Line 28"/>
            <p:cNvSpPr/>
            <p:nvPr/>
          </p:nvSpPr>
          <p:spPr>
            <a:xfrm flipV="1">
              <a:off x="237672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2" name="Line 29"/>
            <p:cNvSpPr/>
            <p:nvPr/>
          </p:nvSpPr>
          <p:spPr>
            <a:xfrm flipV="1">
              <a:off x="244080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263" name="CustomShape 30"/>
          <p:cNvSpPr/>
          <p:nvPr/>
        </p:nvSpPr>
        <p:spPr>
          <a:xfrm>
            <a:off x="2732760" y="13284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64" name="CustomShape 31"/>
          <p:cNvSpPr/>
          <p:nvPr/>
        </p:nvSpPr>
        <p:spPr>
          <a:xfrm>
            <a:off x="2263680" y="7617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65" name="CustomShape 32"/>
          <p:cNvSpPr/>
          <p:nvPr/>
        </p:nvSpPr>
        <p:spPr>
          <a:xfrm>
            <a:off x="3267000" y="761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25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266" name="Table 33"/>
          <p:cNvGraphicFramePr/>
          <p:nvPr/>
        </p:nvGraphicFramePr>
        <p:xfrm>
          <a:off x="3412800" y="427680"/>
          <a:ext cx="1706400" cy="307080"/>
        </p:xfrm>
        <a:graphic>
          <a:graphicData uri="http://schemas.openxmlformats.org/drawingml/2006/table">
            <a:tbl>
              <a:tblPr/>
              <a:tblGrid>
                <a:gridCol w="17067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14,  8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267" name="Group 34"/>
          <p:cNvGrpSpPr/>
          <p:nvPr/>
        </p:nvGrpSpPr>
        <p:grpSpPr>
          <a:xfrm>
            <a:off x="4993920" y="767520"/>
            <a:ext cx="190080" cy="54000"/>
            <a:chOff x="4993920" y="767520"/>
            <a:chExt cx="190080" cy="54000"/>
          </a:xfrm>
        </p:grpSpPr>
        <p:sp>
          <p:nvSpPr>
            <p:cNvPr id="268" name="Line 35"/>
            <p:cNvSpPr/>
            <p:nvPr/>
          </p:nvSpPr>
          <p:spPr>
            <a:xfrm flipV="1">
              <a:off x="499392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9" name="Line 36"/>
            <p:cNvSpPr/>
            <p:nvPr/>
          </p:nvSpPr>
          <p:spPr>
            <a:xfrm flipV="1">
              <a:off x="505512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0" name="Line 37"/>
            <p:cNvSpPr/>
            <p:nvPr/>
          </p:nvSpPr>
          <p:spPr>
            <a:xfrm flipV="1">
              <a:off x="511956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1" name="Line 38"/>
            <p:cNvSpPr/>
            <p:nvPr/>
          </p:nvSpPr>
          <p:spPr>
            <a:xfrm flipV="1">
              <a:off x="518364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272" name="CustomShape 39"/>
          <p:cNvSpPr/>
          <p:nvPr/>
        </p:nvSpPr>
        <p:spPr>
          <a:xfrm>
            <a:off x="4158720" y="13284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73" name="CustomShape 40"/>
          <p:cNvSpPr/>
          <p:nvPr/>
        </p:nvSpPr>
        <p:spPr>
          <a:xfrm>
            <a:off x="4974840" y="761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274" name="Table 41"/>
          <p:cNvGraphicFramePr/>
          <p:nvPr/>
        </p:nvGraphicFramePr>
        <p:xfrm>
          <a:off x="5118840" y="426240"/>
          <a:ext cx="611640" cy="307080"/>
        </p:xfrm>
        <a:graphic>
          <a:graphicData uri="http://schemas.openxmlformats.org/drawingml/2006/table">
            <a:tbl>
              <a:tblPr/>
              <a:tblGrid>
                <a:gridCol w="61164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25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125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275" name="Group 42"/>
          <p:cNvGrpSpPr/>
          <p:nvPr/>
        </p:nvGrpSpPr>
        <p:grpSpPr>
          <a:xfrm>
            <a:off x="5604480" y="769320"/>
            <a:ext cx="190440" cy="54000"/>
            <a:chOff x="5604480" y="769320"/>
            <a:chExt cx="190440" cy="54000"/>
          </a:xfrm>
        </p:grpSpPr>
        <p:sp>
          <p:nvSpPr>
            <p:cNvPr id="276" name="Line 43"/>
            <p:cNvSpPr/>
            <p:nvPr/>
          </p:nvSpPr>
          <p:spPr>
            <a:xfrm flipV="1">
              <a:off x="560448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7" name="Line 44"/>
            <p:cNvSpPr/>
            <p:nvPr/>
          </p:nvSpPr>
          <p:spPr>
            <a:xfrm flipV="1">
              <a:off x="566568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8" name="Line 45"/>
            <p:cNvSpPr/>
            <p:nvPr/>
          </p:nvSpPr>
          <p:spPr>
            <a:xfrm flipV="1">
              <a:off x="573048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9" name="Line 46"/>
            <p:cNvSpPr/>
            <p:nvPr/>
          </p:nvSpPr>
          <p:spPr>
            <a:xfrm flipV="1">
              <a:off x="579456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280" name="Table 47"/>
          <p:cNvGraphicFramePr/>
          <p:nvPr/>
        </p:nvGraphicFramePr>
        <p:xfrm>
          <a:off x="5734800" y="425520"/>
          <a:ext cx="1335960" cy="30708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281" name="CustomShape 48"/>
          <p:cNvSpPr/>
          <p:nvPr/>
        </p:nvSpPr>
        <p:spPr>
          <a:xfrm>
            <a:off x="5593320" y="761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2" name="CustomShape 49"/>
          <p:cNvSpPr/>
          <p:nvPr/>
        </p:nvSpPr>
        <p:spPr>
          <a:xfrm>
            <a:off x="6938640" y="761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3" name="CustomShape 50"/>
          <p:cNvSpPr/>
          <p:nvPr/>
        </p:nvSpPr>
        <p:spPr>
          <a:xfrm>
            <a:off x="1776240" y="7617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4" name="CustomShape 51"/>
          <p:cNvSpPr/>
          <p:nvPr/>
        </p:nvSpPr>
        <p:spPr>
          <a:xfrm>
            <a:off x="5246280" y="13284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85" name="CustomShape 52"/>
          <p:cNvSpPr/>
          <p:nvPr/>
        </p:nvSpPr>
        <p:spPr>
          <a:xfrm>
            <a:off x="6222600" y="13284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286" name="Group 53"/>
          <p:cNvGrpSpPr/>
          <p:nvPr/>
        </p:nvGrpSpPr>
        <p:grpSpPr>
          <a:xfrm>
            <a:off x="1892880" y="1479960"/>
            <a:ext cx="6096240" cy="54000"/>
            <a:chOff x="1892880" y="1479960"/>
            <a:chExt cx="6096240" cy="54000"/>
          </a:xfrm>
        </p:grpSpPr>
        <p:sp>
          <p:nvSpPr>
            <p:cNvPr id="287" name="Line 54"/>
            <p:cNvSpPr/>
            <p:nvPr/>
          </p:nvSpPr>
          <p:spPr>
            <a:xfrm>
              <a:off x="1892880" y="14860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88" name="Line 55"/>
            <p:cNvSpPr/>
            <p:nvPr/>
          </p:nvSpPr>
          <p:spPr>
            <a:xfrm flipV="1">
              <a:off x="1895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89" name="Line 56"/>
            <p:cNvSpPr/>
            <p:nvPr/>
          </p:nvSpPr>
          <p:spPr>
            <a:xfrm flipV="1">
              <a:off x="219780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0" name="Line 57"/>
            <p:cNvSpPr/>
            <p:nvPr/>
          </p:nvSpPr>
          <p:spPr>
            <a:xfrm flipV="1">
              <a:off x="249984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1" name="Line 58"/>
            <p:cNvSpPr/>
            <p:nvPr/>
          </p:nvSpPr>
          <p:spPr>
            <a:xfrm flipV="1">
              <a:off x="280260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2" name="Line 59"/>
            <p:cNvSpPr/>
            <p:nvPr/>
          </p:nvSpPr>
          <p:spPr>
            <a:xfrm flipV="1">
              <a:off x="34156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3" name="Line 60"/>
            <p:cNvSpPr/>
            <p:nvPr/>
          </p:nvSpPr>
          <p:spPr>
            <a:xfrm flipV="1">
              <a:off x="43333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4" name="Line 61"/>
            <p:cNvSpPr/>
            <p:nvPr/>
          </p:nvSpPr>
          <p:spPr>
            <a:xfrm flipV="1">
              <a:off x="402840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5" name="Line 62"/>
            <p:cNvSpPr/>
            <p:nvPr/>
          </p:nvSpPr>
          <p:spPr>
            <a:xfrm flipV="1">
              <a:off x="37231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6" name="Line 63"/>
            <p:cNvSpPr/>
            <p:nvPr/>
          </p:nvSpPr>
          <p:spPr>
            <a:xfrm flipV="1">
              <a:off x="3110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7" name="Line 64"/>
            <p:cNvSpPr/>
            <p:nvPr/>
          </p:nvSpPr>
          <p:spPr>
            <a:xfrm flipV="1">
              <a:off x="49431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8" name="Line 65"/>
            <p:cNvSpPr/>
            <p:nvPr/>
          </p:nvSpPr>
          <p:spPr>
            <a:xfrm flipV="1">
              <a:off x="463464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9" name="Line 66"/>
            <p:cNvSpPr/>
            <p:nvPr/>
          </p:nvSpPr>
          <p:spPr>
            <a:xfrm flipV="1">
              <a:off x="52444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0" name="Line 67"/>
            <p:cNvSpPr/>
            <p:nvPr/>
          </p:nvSpPr>
          <p:spPr>
            <a:xfrm flipV="1">
              <a:off x="6161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1" name="Line 68"/>
            <p:cNvSpPr/>
            <p:nvPr/>
          </p:nvSpPr>
          <p:spPr>
            <a:xfrm flipV="1">
              <a:off x="6467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2" name="Line 69"/>
            <p:cNvSpPr/>
            <p:nvPr/>
          </p:nvSpPr>
          <p:spPr>
            <a:xfrm flipV="1">
              <a:off x="67701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3" name="Line 70"/>
            <p:cNvSpPr/>
            <p:nvPr/>
          </p:nvSpPr>
          <p:spPr>
            <a:xfrm flipV="1">
              <a:off x="70765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4" name="Line 71"/>
            <p:cNvSpPr/>
            <p:nvPr/>
          </p:nvSpPr>
          <p:spPr>
            <a:xfrm flipV="1">
              <a:off x="73789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5" name="Line 72"/>
            <p:cNvSpPr/>
            <p:nvPr/>
          </p:nvSpPr>
          <p:spPr>
            <a:xfrm flipV="1">
              <a:off x="76849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6" name="Line 73"/>
            <p:cNvSpPr/>
            <p:nvPr/>
          </p:nvSpPr>
          <p:spPr>
            <a:xfrm flipV="1">
              <a:off x="7988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7" name="Line 74"/>
            <p:cNvSpPr/>
            <p:nvPr/>
          </p:nvSpPr>
          <p:spPr>
            <a:xfrm flipV="1">
              <a:off x="55504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8" name="Line 75"/>
            <p:cNvSpPr/>
            <p:nvPr/>
          </p:nvSpPr>
          <p:spPr>
            <a:xfrm flipV="1">
              <a:off x="58528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309" name="Group 76"/>
          <p:cNvGrpSpPr/>
          <p:nvPr/>
        </p:nvGrpSpPr>
        <p:grpSpPr>
          <a:xfrm>
            <a:off x="2250720" y="1482480"/>
            <a:ext cx="190440" cy="54000"/>
            <a:chOff x="2250720" y="1482480"/>
            <a:chExt cx="190440" cy="54000"/>
          </a:xfrm>
        </p:grpSpPr>
        <p:sp>
          <p:nvSpPr>
            <p:cNvPr id="310" name="Line 77"/>
            <p:cNvSpPr/>
            <p:nvPr/>
          </p:nvSpPr>
          <p:spPr>
            <a:xfrm flipV="1">
              <a:off x="225072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1" name="Line 78"/>
            <p:cNvSpPr/>
            <p:nvPr/>
          </p:nvSpPr>
          <p:spPr>
            <a:xfrm flipV="1">
              <a:off x="231192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2" name="Line 79"/>
            <p:cNvSpPr/>
            <p:nvPr/>
          </p:nvSpPr>
          <p:spPr>
            <a:xfrm flipV="1">
              <a:off x="237672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3" name="Line 80"/>
            <p:cNvSpPr/>
            <p:nvPr/>
          </p:nvSpPr>
          <p:spPr>
            <a:xfrm flipV="1">
              <a:off x="244080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314" name="Group 81"/>
          <p:cNvGrpSpPr/>
          <p:nvPr/>
        </p:nvGrpSpPr>
        <p:grpSpPr>
          <a:xfrm>
            <a:off x="3475800" y="1483920"/>
            <a:ext cx="190440" cy="54000"/>
            <a:chOff x="3475800" y="1483920"/>
            <a:chExt cx="190440" cy="54000"/>
          </a:xfrm>
        </p:grpSpPr>
        <p:sp>
          <p:nvSpPr>
            <p:cNvPr id="315" name="Line 82"/>
            <p:cNvSpPr/>
            <p:nvPr/>
          </p:nvSpPr>
          <p:spPr>
            <a:xfrm flipV="1">
              <a:off x="347580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6" name="Line 83"/>
            <p:cNvSpPr/>
            <p:nvPr/>
          </p:nvSpPr>
          <p:spPr>
            <a:xfrm flipV="1">
              <a:off x="353700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7" name="Line 84"/>
            <p:cNvSpPr/>
            <p:nvPr/>
          </p:nvSpPr>
          <p:spPr>
            <a:xfrm flipV="1">
              <a:off x="360180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8" name="Line 85"/>
            <p:cNvSpPr/>
            <p:nvPr/>
          </p:nvSpPr>
          <p:spPr>
            <a:xfrm flipV="1">
              <a:off x="366588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19" name="Table 86"/>
          <p:cNvGraphicFramePr/>
          <p:nvPr/>
        </p:nvGraphicFramePr>
        <p:xfrm>
          <a:off x="2312280" y="1137600"/>
          <a:ext cx="1224720" cy="30708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320" name="CustomShape 87"/>
          <p:cNvSpPr/>
          <p:nvPr/>
        </p:nvSpPr>
        <p:spPr>
          <a:xfrm>
            <a:off x="3394800" y="147528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1" name="CustomShape 88"/>
          <p:cNvSpPr/>
          <p:nvPr/>
        </p:nvSpPr>
        <p:spPr>
          <a:xfrm>
            <a:off x="2192040" y="147528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2" name="CustomShape 89"/>
          <p:cNvSpPr/>
          <p:nvPr/>
        </p:nvSpPr>
        <p:spPr>
          <a:xfrm>
            <a:off x="1773360" y="147528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3" name="CustomShape 90"/>
          <p:cNvSpPr/>
          <p:nvPr/>
        </p:nvSpPr>
        <p:spPr>
          <a:xfrm>
            <a:off x="4984560" y="147528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4" name="CustomShape 91"/>
          <p:cNvSpPr/>
          <p:nvPr/>
        </p:nvSpPr>
        <p:spPr>
          <a:xfrm>
            <a:off x="6634440" y="147528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80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325" name="Group 92"/>
          <p:cNvGrpSpPr/>
          <p:nvPr/>
        </p:nvGrpSpPr>
        <p:grpSpPr>
          <a:xfrm>
            <a:off x="5001480" y="1482480"/>
            <a:ext cx="190440" cy="54000"/>
            <a:chOff x="5001480" y="1482480"/>
            <a:chExt cx="190440" cy="54000"/>
          </a:xfrm>
        </p:grpSpPr>
        <p:sp>
          <p:nvSpPr>
            <p:cNvPr id="326" name="Line 93"/>
            <p:cNvSpPr/>
            <p:nvPr/>
          </p:nvSpPr>
          <p:spPr>
            <a:xfrm flipV="1">
              <a:off x="500148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7" name="Line 94"/>
            <p:cNvSpPr/>
            <p:nvPr/>
          </p:nvSpPr>
          <p:spPr>
            <a:xfrm flipV="1">
              <a:off x="506304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8" name="Line 95"/>
            <p:cNvSpPr/>
            <p:nvPr/>
          </p:nvSpPr>
          <p:spPr>
            <a:xfrm flipV="1">
              <a:off x="512748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9" name="Line 96"/>
            <p:cNvSpPr/>
            <p:nvPr/>
          </p:nvSpPr>
          <p:spPr>
            <a:xfrm flipV="1">
              <a:off x="519156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30" name="Table 97"/>
          <p:cNvGraphicFramePr/>
          <p:nvPr/>
        </p:nvGraphicFramePr>
        <p:xfrm>
          <a:off x="3537360" y="1139040"/>
          <a:ext cx="1581120" cy="307080"/>
        </p:xfrm>
        <a:graphic>
          <a:graphicData uri="http://schemas.openxmlformats.org/drawingml/2006/table">
            <a:tbl>
              <a:tblPr/>
              <a:tblGrid>
                <a:gridCol w="158112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1" name="Table 98"/>
          <p:cNvGraphicFramePr/>
          <p:nvPr/>
        </p:nvGraphicFramePr>
        <p:xfrm>
          <a:off x="5120280" y="1137600"/>
          <a:ext cx="1655280" cy="30708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332" name="CustomShape 99"/>
          <p:cNvSpPr/>
          <p:nvPr/>
        </p:nvSpPr>
        <p:spPr>
          <a:xfrm>
            <a:off x="2775240" y="852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33" name="CustomShape 100"/>
          <p:cNvSpPr/>
          <p:nvPr/>
        </p:nvSpPr>
        <p:spPr>
          <a:xfrm>
            <a:off x="4182480" y="852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34" name="CustomShape 101"/>
          <p:cNvSpPr/>
          <p:nvPr/>
        </p:nvSpPr>
        <p:spPr>
          <a:xfrm>
            <a:off x="5766840" y="8521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35" name="CustomShape 102"/>
          <p:cNvSpPr/>
          <p:nvPr/>
        </p:nvSpPr>
        <p:spPr>
          <a:xfrm>
            <a:off x="1640880" y="46152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36" name="CustomShape 103"/>
          <p:cNvSpPr/>
          <p:nvPr/>
        </p:nvSpPr>
        <p:spPr>
          <a:xfrm>
            <a:off x="1640880" y="117900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37" name="Group 104"/>
          <p:cNvGrpSpPr/>
          <p:nvPr/>
        </p:nvGrpSpPr>
        <p:grpSpPr>
          <a:xfrm>
            <a:off x="1883520" y="2530440"/>
            <a:ext cx="6096240" cy="54000"/>
            <a:chOff x="1883520" y="2530440"/>
            <a:chExt cx="6096240" cy="54000"/>
          </a:xfrm>
        </p:grpSpPr>
        <p:sp>
          <p:nvSpPr>
            <p:cNvPr id="338" name="Line 105"/>
            <p:cNvSpPr/>
            <p:nvPr/>
          </p:nvSpPr>
          <p:spPr>
            <a:xfrm>
              <a:off x="1883520" y="253656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39" name="Line 106"/>
            <p:cNvSpPr/>
            <p:nvPr/>
          </p:nvSpPr>
          <p:spPr>
            <a:xfrm flipV="1">
              <a:off x="1886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0" name="Line 107"/>
            <p:cNvSpPr/>
            <p:nvPr/>
          </p:nvSpPr>
          <p:spPr>
            <a:xfrm flipV="1">
              <a:off x="218844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1" name="Line 108"/>
            <p:cNvSpPr/>
            <p:nvPr/>
          </p:nvSpPr>
          <p:spPr>
            <a:xfrm flipV="1">
              <a:off x="249048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2" name="Line 109"/>
            <p:cNvSpPr/>
            <p:nvPr/>
          </p:nvSpPr>
          <p:spPr>
            <a:xfrm flipV="1">
              <a:off x="279324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3" name="Line 110"/>
            <p:cNvSpPr/>
            <p:nvPr/>
          </p:nvSpPr>
          <p:spPr>
            <a:xfrm flipV="1">
              <a:off x="34063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4" name="Line 111"/>
            <p:cNvSpPr/>
            <p:nvPr/>
          </p:nvSpPr>
          <p:spPr>
            <a:xfrm flipV="1">
              <a:off x="43239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5" name="Line 112"/>
            <p:cNvSpPr/>
            <p:nvPr/>
          </p:nvSpPr>
          <p:spPr>
            <a:xfrm flipV="1">
              <a:off x="401904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6" name="Line 113"/>
            <p:cNvSpPr/>
            <p:nvPr/>
          </p:nvSpPr>
          <p:spPr>
            <a:xfrm flipV="1">
              <a:off x="37137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7" name="Line 114"/>
            <p:cNvSpPr/>
            <p:nvPr/>
          </p:nvSpPr>
          <p:spPr>
            <a:xfrm flipV="1">
              <a:off x="3101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8" name="Line 115"/>
            <p:cNvSpPr/>
            <p:nvPr/>
          </p:nvSpPr>
          <p:spPr>
            <a:xfrm flipV="1">
              <a:off x="49338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9" name="Line 116"/>
            <p:cNvSpPr/>
            <p:nvPr/>
          </p:nvSpPr>
          <p:spPr>
            <a:xfrm flipV="1">
              <a:off x="462528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0" name="Line 117"/>
            <p:cNvSpPr/>
            <p:nvPr/>
          </p:nvSpPr>
          <p:spPr>
            <a:xfrm flipV="1">
              <a:off x="52351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1" name="Line 118"/>
            <p:cNvSpPr/>
            <p:nvPr/>
          </p:nvSpPr>
          <p:spPr>
            <a:xfrm flipV="1">
              <a:off x="6152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2" name="Line 119"/>
            <p:cNvSpPr/>
            <p:nvPr/>
          </p:nvSpPr>
          <p:spPr>
            <a:xfrm flipV="1">
              <a:off x="6458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3" name="Line 120"/>
            <p:cNvSpPr/>
            <p:nvPr/>
          </p:nvSpPr>
          <p:spPr>
            <a:xfrm flipV="1">
              <a:off x="67608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4" name="Line 121"/>
            <p:cNvSpPr/>
            <p:nvPr/>
          </p:nvSpPr>
          <p:spPr>
            <a:xfrm flipV="1">
              <a:off x="70671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5" name="Line 122"/>
            <p:cNvSpPr/>
            <p:nvPr/>
          </p:nvSpPr>
          <p:spPr>
            <a:xfrm flipV="1">
              <a:off x="73695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6" name="Line 123"/>
            <p:cNvSpPr/>
            <p:nvPr/>
          </p:nvSpPr>
          <p:spPr>
            <a:xfrm flipV="1">
              <a:off x="76755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7" name="Line 124"/>
            <p:cNvSpPr/>
            <p:nvPr/>
          </p:nvSpPr>
          <p:spPr>
            <a:xfrm flipV="1">
              <a:off x="7979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8" name="Line 125"/>
            <p:cNvSpPr/>
            <p:nvPr/>
          </p:nvSpPr>
          <p:spPr>
            <a:xfrm flipV="1">
              <a:off x="55411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9" name="Line 126"/>
            <p:cNvSpPr/>
            <p:nvPr/>
          </p:nvSpPr>
          <p:spPr>
            <a:xfrm flipV="1">
              <a:off x="58435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60" name="Table 127"/>
          <p:cNvGraphicFramePr/>
          <p:nvPr/>
        </p:nvGraphicFramePr>
        <p:xfrm>
          <a:off x="2370600" y="2188800"/>
          <a:ext cx="1038600" cy="307080"/>
        </p:xfrm>
        <a:graphic>
          <a:graphicData uri="http://schemas.openxmlformats.org/drawingml/2006/table">
            <a:tbl>
              <a:tblPr/>
              <a:tblGrid>
                <a:gridCol w="1038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7,  15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361" name="Group 128"/>
          <p:cNvGrpSpPr/>
          <p:nvPr/>
        </p:nvGrpSpPr>
        <p:grpSpPr>
          <a:xfrm>
            <a:off x="2244240" y="2533320"/>
            <a:ext cx="190440" cy="54000"/>
            <a:chOff x="2244240" y="2533320"/>
            <a:chExt cx="190440" cy="54000"/>
          </a:xfrm>
        </p:grpSpPr>
        <p:sp>
          <p:nvSpPr>
            <p:cNvPr id="362" name="Line 129"/>
            <p:cNvSpPr/>
            <p:nvPr/>
          </p:nvSpPr>
          <p:spPr>
            <a:xfrm flipV="1">
              <a:off x="224424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3" name="Line 130"/>
            <p:cNvSpPr/>
            <p:nvPr/>
          </p:nvSpPr>
          <p:spPr>
            <a:xfrm flipV="1">
              <a:off x="230580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4" name="Line 131"/>
            <p:cNvSpPr/>
            <p:nvPr/>
          </p:nvSpPr>
          <p:spPr>
            <a:xfrm flipV="1">
              <a:off x="237024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5" name="Line 132"/>
            <p:cNvSpPr/>
            <p:nvPr/>
          </p:nvSpPr>
          <p:spPr>
            <a:xfrm flipV="1">
              <a:off x="243432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366" name="CustomShape 133"/>
          <p:cNvSpPr/>
          <p:nvPr/>
        </p:nvSpPr>
        <p:spPr>
          <a:xfrm>
            <a:off x="2726280" y="1896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67" name="CustomShape 134"/>
          <p:cNvSpPr/>
          <p:nvPr/>
        </p:nvSpPr>
        <p:spPr>
          <a:xfrm>
            <a:off x="2257200" y="252504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68" name="CustomShape 135"/>
          <p:cNvSpPr/>
          <p:nvPr/>
        </p:nvSpPr>
        <p:spPr>
          <a:xfrm>
            <a:off x="3260520" y="25250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25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369" name="Table 136"/>
          <p:cNvGraphicFramePr/>
          <p:nvPr/>
        </p:nvGraphicFramePr>
        <p:xfrm>
          <a:off x="3406680" y="2190960"/>
          <a:ext cx="1706400" cy="307080"/>
        </p:xfrm>
        <a:graphic>
          <a:graphicData uri="http://schemas.openxmlformats.org/drawingml/2006/table">
            <a:tbl>
              <a:tblPr/>
              <a:tblGrid>
                <a:gridCol w="17067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14,  8, 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370" name="Group 137"/>
          <p:cNvGrpSpPr/>
          <p:nvPr/>
        </p:nvGrpSpPr>
        <p:grpSpPr>
          <a:xfrm>
            <a:off x="4987440" y="2530800"/>
            <a:ext cx="190080" cy="54000"/>
            <a:chOff x="4987440" y="2530800"/>
            <a:chExt cx="190080" cy="54000"/>
          </a:xfrm>
        </p:grpSpPr>
        <p:sp>
          <p:nvSpPr>
            <p:cNvPr id="371" name="Line 138"/>
            <p:cNvSpPr/>
            <p:nvPr/>
          </p:nvSpPr>
          <p:spPr>
            <a:xfrm flipV="1">
              <a:off x="498744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2" name="Line 139"/>
            <p:cNvSpPr/>
            <p:nvPr/>
          </p:nvSpPr>
          <p:spPr>
            <a:xfrm flipV="1">
              <a:off x="504864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3" name="Line 140"/>
            <p:cNvSpPr/>
            <p:nvPr/>
          </p:nvSpPr>
          <p:spPr>
            <a:xfrm flipV="1">
              <a:off x="511308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4" name="Line 141"/>
            <p:cNvSpPr/>
            <p:nvPr/>
          </p:nvSpPr>
          <p:spPr>
            <a:xfrm flipV="1">
              <a:off x="517716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375" name="CustomShape 142"/>
          <p:cNvSpPr/>
          <p:nvPr/>
        </p:nvSpPr>
        <p:spPr>
          <a:xfrm>
            <a:off x="4152600" y="1896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76" name="CustomShape 143"/>
          <p:cNvSpPr/>
          <p:nvPr/>
        </p:nvSpPr>
        <p:spPr>
          <a:xfrm>
            <a:off x="4968360" y="25250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377" name="Table 144"/>
          <p:cNvGraphicFramePr/>
          <p:nvPr/>
        </p:nvGraphicFramePr>
        <p:xfrm>
          <a:off x="5112360" y="2189520"/>
          <a:ext cx="611640" cy="307080"/>
        </p:xfrm>
        <a:graphic>
          <a:graphicData uri="http://schemas.openxmlformats.org/drawingml/2006/table">
            <a:tbl>
              <a:tblPr/>
              <a:tblGrid>
                <a:gridCol w="61164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378" name="Group 145"/>
          <p:cNvGrpSpPr/>
          <p:nvPr/>
        </p:nvGrpSpPr>
        <p:grpSpPr>
          <a:xfrm>
            <a:off x="5598000" y="2532600"/>
            <a:ext cx="190440" cy="54000"/>
            <a:chOff x="5598000" y="2532600"/>
            <a:chExt cx="190440" cy="54000"/>
          </a:xfrm>
        </p:grpSpPr>
        <p:sp>
          <p:nvSpPr>
            <p:cNvPr id="379" name="Line 146"/>
            <p:cNvSpPr/>
            <p:nvPr/>
          </p:nvSpPr>
          <p:spPr>
            <a:xfrm flipV="1">
              <a:off x="559800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0" name="Line 147"/>
            <p:cNvSpPr/>
            <p:nvPr/>
          </p:nvSpPr>
          <p:spPr>
            <a:xfrm flipV="1">
              <a:off x="565956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1" name="Line 148"/>
            <p:cNvSpPr/>
            <p:nvPr/>
          </p:nvSpPr>
          <p:spPr>
            <a:xfrm flipV="1">
              <a:off x="572400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2" name="Line 149"/>
            <p:cNvSpPr/>
            <p:nvPr/>
          </p:nvSpPr>
          <p:spPr>
            <a:xfrm flipV="1">
              <a:off x="578808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83" name="Table 150"/>
          <p:cNvGraphicFramePr/>
          <p:nvPr/>
        </p:nvGraphicFramePr>
        <p:xfrm>
          <a:off x="5728320" y="2188800"/>
          <a:ext cx="1335960" cy="30708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384" name="CustomShape 151"/>
          <p:cNvSpPr/>
          <p:nvPr/>
        </p:nvSpPr>
        <p:spPr>
          <a:xfrm>
            <a:off x="5586840" y="25250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85" name="CustomShape 152"/>
          <p:cNvSpPr/>
          <p:nvPr/>
        </p:nvSpPr>
        <p:spPr>
          <a:xfrm>
            <a:off x="6932160" y="25250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86" name="CustomShape 153"/>
          <p:cNvSpPr/>
          <p:nvPr/>
        </p:nvSpPr>
        <p:spPr>
          <a:xfrm>
            <a:off x="1769760" y="252504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87" name="CustomShape 154"/>
          <p:cNvSpPr/>
          <p:nvPr/>
        </p:nvSpPr>
        <p:spPr>
          <a:xfrm>
            <a:off x="5239800" y="18961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88" name="CustomShape 155"/>
          <p:cNvSpPr/>
          <p:nvPr/>
        </p:nvSpPr>
        <p:spPr>
          <a:xfrm>
            <a:off x="6216120" y="18961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89" name="Group 156"/>
          <p:cNvGrpSpPr/>
          <p:nvPr/>
        </p:nvGrpSpPr>
        <p:grpSpPr>
          <a:xfrm>
            <a:off x="1886400" y="3243240"/>
            <a:ext cx="6096600" cy="54000"/>
            <a:chOff x="1886400" y="3243240"/>
            <a:chExt cx="6096600" cy="54000"/>
          </a:xfrm>
        </p:grpSpPr>
        <p:sp>
          <p:nvSpPr>
            <p:cNvPr id="390" name="Line 157"/>
            <p:cNvSpPr/>
            <p:nvPr/>
          </p:nvSpPr>
          <p:spPr>
            <a:xfrm>
              <a:off x="1886400" y="3249360"/>
              <a:ext cx="60962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1" name="Line 158"/>
            <p:cNvSpPr/>
            <p:nvPr/>
          </p:nvSpPr>
          <p:spPr>
            <a:xfrm flipV="1">
              <a:off x="1889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2" name="Line 159"/>
            <p:cNvSpPr/>
            <p:nvPr/>
          </p:nvSpPr>
          <p:spPr>
            <a:xfrm flipV="1">
              <a:off x="21913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3" name="Line 160"/>
            <p:cNvSpPr/>
            <p:nvPr/>
          </p:nvSpPr>
          <p:spPr>
            <a:xfrm flipV="1">
              <a:off x="24937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4" name="Line 161"/>
            <p:cNvSpPr/>
            <p:nvPr/>
          </p:nvSpPr>
          <p:spPr>
            <a:xfrm flipV="1">
              <a:off x="27961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5" name="Line 162"/>
            <p:cNvSpPr/>
            <p:nvPr/>
          </p:nvSpPr>
          <p:spPr>
            <a:xfrm flipV="1">
              <a:off x="34092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6" name="Line 163"/>
            <p:cNvSpPr/>
            <p:nvPr/>
          </p:nvSpPr>
          <p:spPr>
            <a:xfrm flipV="1">
              <a:off x="43268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7" name="Line 164"/>
            <p:cNvSpPr/>
            <p:nvPr/>
          </p:nvSpPr>
          <p:spPr>
            <a:xfrm flipV="1">
              <a:off x="40219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8" name="Line 165"/>
            <p:cNvSpPr/>
            <p:nvPr/>
          </p:nvSpPr>
          <p:spPr>
            <a:xfrm flipV="1">
              <a:off x="3716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9" name="Line 166"/>
            <p:cNvSpPr/>
            <p:nvPr/>
          </p:nvSpPr>
          <p:spPr>
            <a:xfrm flipV="1">
              <a:off x="3104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0" name="Line 167"/>
            <p:cNvSpPr/>
            <p:nvPr/>
          </p:nvSpPr>
          <p:spPr>
            <a:xfrm flipV="1">
              <a:off x="493668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1" name="Line 168"/>
            <p:cNvSpPr/>
            <p:nvPr/>
          </p:nvSpPr>
          <p:spPr>
            <a:xfrm flipV="1">
              <a:off x="462816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2" name="Line 169"/>
            <p:cNvSpPr/>
            <p:nvPr/>
          </p:nvSpPr>
          <p:spPr>
            <a:xfrm flipV="1">
              <a:off x="52380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3" name="Line 170"/>
            <p:cNvSpPr/>
            <p:nvPr/>
          </p:nvSpPr>
          <p:spPr>
            <a:xfrm flipV="1">
              <a:off x="615528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4" name="Line 171"/>
            <p:cNvSpPr/>
            <p:nvPr/>
          </p:nvSpPr>
          <p:spPr>
            <a:xfrm flipV="1">
              <a:off x="646128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5" name="Line 172"/>
            <p:cNvSpPr/>
            <p:nvPr/>
          </p:nvSpPr>
          <p:spPr>
            <a:xfrm flipV="1">
              <a:off x="67640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6" name="Line 173"/>
            <p:cNvSpPr/>
            <p:nvPr/>
          </p:nvSpPr>
          <p:spPr>
            <a:xfrm flipV="1">
              <a:off x="70700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7" name="Line 174"/>
            <p:cNvSpPr/>
            <p:nvPr/>
          </p:nvSpPr>
          <p:spPr>
            <a:xfrm flipV="1">
              <a:off x="73724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8" name="Line 175"/>
            <p:cNvSpPr/>
            <p:nvPr/>
          </p:nvSpPr>
          <p:spPr>
            <a:xfrm flipV="1">
              <a:off x="76784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9" name="Line 176"/>
            <p:cNvSpPr/>
            <p:nvPr/>
          </p:nvSpPr>
          <p:spPr>
            <a:xfrm flipV="1">
              <a:off x="7982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0" name="Line 177"/>
            <p:cNvSpPr/>
            <p:nvPr/>
          </p:nvSpPr>
          <p:spPr>
            <a:xfrm flipV="1">
              <a:off x="55440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1" name="Line 178"/>
            <p:cNvSpPr/>
            <p:nvPr/>
          </p:nvSpPr>
          <p:spPr>
            <a:xfrm flipV="1">
              <a:off x="58464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412" name="Group 179"/>
          <p:cNvGrpSpPr/>
          <p:nvPr/>
        </p:nvGrpSpPr>
        <p:grpSpPr>
          <a:xfrm>
            <a:off x="2244240" y="3245760"/>
            <a:ext cx="190440" cy="54000"/>
            <a:chOff x="2244240" y="3245760"/>
            <a:chExt cx="190440" cy="54000"/>
          </a:xfrm>
        </p:grpSpPr>
        <p:sp>
          <p:nvSpPr>
            <p:cNvPr id="413" name="Line 180"/>
            <p:cNvSpPr/>
            <p:nvPr/>
          </p:nvSpPr>
          <p:spPr>
            <a:xfrm flipV="1">
              <a:off x="224424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4" name="Line 181"/>
            <p:cNvSpPr/>
            <p:nvPr/>
          </p:nvSpPr>
          <p:spPr>
            <a:xfrm flipV="1">
              <a:off x="230580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5" name="Line 182"/>
            <p:cNvSpPr/>
            <p:nvPr/>
          </p:nvSpPr>
          <p:spPr>
            <a:xfrm flipV="1">
              <a:off x="237024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6" name="Line 183"/>
            <p:cNvSpPr/>
            <p:nvPr/>
          </p:nvSpPr>
          <p:spPr>
            <a:xfrm flipV="1">
              <a:off x="243432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417" name="Group 184"/>
          <p:cNvGrpSpPr/>
          <p:nvPr/>
        </p:nvGrpSpPr>
        <p:grpSpPr>
          <a:xfrm>
            <a:off x="3469680" y="3247200"/>
            <a:ext cx="190080" cy="54000"/>
            <a:chOff x="3469680" y="3247200"/>
            <a:chExt cx="190080" cy="54000"/>
          </a:xfrm>
        </p:grpSpPr>
        <p:sp>
          <p:nvSpPr>
            <p:cNvPr id="418" name="Line 185"/>
            <p:cNvSpPr/>
            <p:nvPr/>
          </p:nvSpPr>
          <p:spPr>
            <a:xfrm flipV="1">
              <a:off x="346968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9" name="Line 186"/>
            <p:cNvSpPr/>
            <p:nvPr/>
          </p:nvSpPr>
          <p:spPr>
            <a:xfrm flipV="1">
              <a:off x="353088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0" name="Line 187"/>
            <p:cNvSpPr/>
            <p:nvPr/>
          </p:nvSpPr>
          <p:spPr>
            <a:xfrm flipV="1">
              <a:off x="359532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1" name="Line 188"/>
            <p:cNvSpPr/>
            <p:nvPr/>
          </p:nvSpPr>
          <p:spPr>
            <a:xfrm flipV="1">
              <a:off x="365940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22" name="Table 189"/>
          <p:cNvGraphicFramePr/>
          <p:nvPr/>
        </p:nvGraphicFramePr>
        <p:xfrm>
          <a:off x="2305800" y="2900880"/>
          <a:ext cx="1224720" cy="30708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423" name="CustomShape 190"/>
          <p:cNvSpPr/>
          <p:nvPr/>
        </p:nvSpPr>
        <p:spPr>
          <a:xfrm>
            <a:off x="3388320" y="32385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24" name="CustomShape 191"/>
          <p:cNvSpPr/>
          <p:nvPr/>
        </p:nvSpPr>
        <p:spPr>
          <a:xfrm>
            <a:off x="2185920" y="32385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25" name="CustomShape 192"/>
          <p:cNvSpPr/>
          <p:nvPr/>
        </p:nvSpPr>
        <p:spPr>
          <a:xfrm>
            <a:off x="1766880" y="32385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26" name="CustomShape 193"/>
          <p:cNvSpPr/>
          <p:nvPr/>
        </p:nvSpPr>
        <p:spPr>
          <a:xfrm>
            <a:off x="4978080" y="32385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27" name="CustomShape 194"/>
          <p:cNvSpPr/>
          <p:nvPr/>
        </p:nvSpPr>
        <p:spPr>
          <a:xfrm>
            <a:off x="6627960" y="32385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80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428" name="Group 195"/>
          <p:cNvGrpSpPr/>
          <p:nvPr/>
        </p:nvGrpSpPr>
        <p:grpSpPr>
          <a:xfrm>
            <a:off x="4995360" y="3245760"/>
            <a:ext cx="190080" cy="54000"/>
            <a:chOff x="4995360" y="3245760"/>
            <a:chExt cx="190080" cy="54000"/>
          </a:xfrm>
        </p:grpSpPr>
        <p:sp>
          <p:nvSpPr>
            <p:cNvPr id="429" name="Line 196"/>
            <p:cNvSpPr/>
            <p:nvPr/>
          </p:nvSpPr>
          <p:spPr>
            <a:xfrm flipV="1">
              <a:off x="499536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0" name="Line 197"/>
            <p:cNvSpPr/>
            <p:nvPr/>
          </p:nvSpPr>
          <p:spPr>
            <a:xfrm flipV="1">
              <a:off x="505656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1" name="Line 198"/>
            <p:cNvSpPr/>
            <p:nvPr/>
          </p:nvSpPr>
          <p:spPr>
            <a:xfrm flipV="1">
              <a:off x="512100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2" name="Line 199"/>
            <p:cNvSpPr/>
            <p:nvPr/>
          </p:nvSpPr>
          <p:spPr>
            <a:xfrm flipV="1">
              <a:off x="518508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33" name="Table 200"/>
          <p:cNvGraphicFramePr/>
          <p:nvPr/>
        </p:nvGraphicFramePr>
        <p:xfrm>
          <a:off x="3530880" y="2902320"/>
          <a:ext cx="1581120" cy="307080"/>
        </p:xfrm>
        <a:graphic>
          <a:graphicData uri="http://schemas.openxmlformats.org/drawingml/2006/table">
            <a:tbl>
              <a:tblPr/>
              <a:tblGrid>
                <a:gridCol w="158112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4" name="Table 201"/>
          <p:cNvGraphicFramePr/>
          <p:nvPr/>
        </p:nvGraphicFramePr>
        <p:xfrm>
          <a:off x="5114160" y="2900880"/>
          <a:ext cx="1655280" cy="30708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435" name="CustomShape 202"/>
          <p:cNvSpPr/>
          <p:nvPr/>
        </p:nvSpPr>
        <p:spPr>
          <a:xfrm>
            <a:off x="2768760" y="261540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6" name="CustomShape 203"/>
          <p:cNvSpPr/>
          <p:nvPr/>
        </p:nvSpPr>
        <p:spPr>
          <a:xfrm>
            <a:off x="4176000" y="261540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7" name="CustomShape 204"/>
          <p:cNvSpPr/>
          <p:nvPr/>
        </p:nvSpPr>
        <p:spPr>
          <a:xfrm>
            <a:off x="5760360" y="261540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8" name="CustomShape 205"/>
          <p:cNvSpPr/>
          <p:nvPr/>
        </p:nvSpPr>
        <p:spPr>
          <a:xfrm>
            <a:off x="1634400" y="222480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9" name="CustomShape 206"/>
          <p:cNvSpPr/>
          <p:nvPr/>
        </p:nvSpPr>
        <p:spPr>
          <a:xfrm>
            <a:off x="1634400" y="294228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440" name="Group 207"/>
          <p:cNvGrpSpPr/>
          <p:nvPr/>
        </p:nvGrpSpPr>
        <p:grpSpPr>
          <a:xfrm>
            <a:off x="1886760" y="4166640"/>
            <a:ext cx="6096600" cy="54000"/>
            <a:chOff x="1886760" y="4166640"/>
            <a:chExt cx="6096600" cy="54000"/>
          </a:xfrm>
        </p:grpSpPr>
        <p:sp>
          <p:nvSpPr>
            <p:cNvPr id="441" name="Line 208"/>
            <p:cNvSpPr/>
            <p:nvPr/>
          </p:nvSpPr>
          <p:spPr>
            <a:xfrm>
              <a:off x="1886760" y="4172760"/>
              <a:ext cx="60962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2" name="Line 209"/>
            <p:cNvSpPr/>
            <p:nvPr/>
          </p:nvSpPr>
          <p:spPr>
            <a:xfrm flipV="1">
              <a:off x="1889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3" name="Line 210"/>
            <p:cNvSpPr/>
            <p:nvPr/>
          </p:nvSpPr>
          <p:spPr>
            <a:xfrm flipV="1">
              <a:off x="219168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4" name="Line 211"/>
            <p:cNvSpPr/>
            <p:nvPr/>
          </p:nvSpPr>
          <p:spPr>
            <a:xfrm flipV="1">
              <a:off x="249372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5" name="Line 212"/>
            <p:cNvSpPr/>
            <p:nvPr/>
          </p:nvSpPr>
          <p:spPr>
            <a:xfrm flipV="1">
              <a:off x="279648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6" name="Line 213"/>
            <p:cNvSpPr/>
            <p:nvPr/>
          </p:nvSpPr>
          <p:spPr>
            <a:xfrm flipV="1">
              <a:off x="34095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7" name="Line 214"/>
            <p:cNvSpPr/>
            <p:nvPr/>
          </p:nvSpPr>
          <p:spPr>
            <a:xfrm flipV="1">
              <a:off x="43272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8" name="Line 215"/>
            <p:cNvSpPr/>
            <p:nvPr/>
          </p:nvSpPr>
          <p:spPr>
            <a:xfrm flipV="1">
              <a:off x="402228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9" name="Line 216"/>
            <p:cNvSpPr/>
            <p:nvPr/>
          </p:nvSpPr>
          <p:spPr>
            <a:xfrm flipV="1">
              <a:off x="37170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0" name="Line 217"/>
            <p:cNvSpPr/>
            <p:nvPr/>
          </p:nvSpPr>
          <p:spPr>
            <a:xfrm flipV="1">
              <a:off x="3104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1" name="Line 218"/>
            <p:cNvSpPr/>
            <p:nvPr/>
          </p:nvSpPr>
          <p:spPr>
            <a:xfrm flipV="1">
              <a:off x="49370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2" name="Line 219"/>
            <p:cNvSpPr/>
            <p:nvPr/>
          </p:nvSpPr>
          <p:spPr>
            <a:xfrm flipV="1">
              <a:off x="462852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3" name="Line 220"/>
            <p:cNvSpPr/>
            <p:nvPr/>
          </p:nvSpPr>
          <p:spPr>
            <a:xfrm flipV="1">
              <a:off x="52383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4" name="Line 221"/>
            <p:cNvSpPr/>
            <p:nvPr/>
          </p:nvSpPr>
          <p:spPr>
            <a:xfrm flipV="1">
              <a:off x="6155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5" name="Line 222"/>
            <p:cNvSpPr/>
            <p:nvPr/>
          </p:nvSpPr>
          <p:spPr>
            <a:xfrm flipV="1">
              <a:off x="6461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6" name="Line 223"/>
            <p:cNvSpPr/>
            <p:nvPr/>
          </p:nvSpPr>
          <p:spPr>
            <a:xfrm flipV="1">
              <a:off x="67640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7" name="Line 224"/>
            <p:cNvSpPr/>
            <p:nvPr/>
          </p:nvSpPr>
          <p:spPr>
            <a:xfrm flipV="1">
              <a:off x="70704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8" name="Line 225"/>
            <p:cNvSpPr/>
            <p:nvPr/>
          </p:nvSpPr>
          <p:spPr>
            <a:xfrm flipV="1">
              <a:off x="73728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9" name="Line 226"/>
            <p:cNvSpPr/>
            <p:nvPr/>
          </p:nvSpPr>
          <p:spPr>
            <a:xfrm flipV="1">
              <a:off x="76788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0" name="Line 227"/>
            <p:cNvSpPr/>
            <p:nvPr/>
          </p:nvSpPr>
          <p:spPr>
            <a:xfrm flipV="1">
              <a:off x="79830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1" name="Line 228"/>
            <p:cNvSpPr/>
            <p:nvPr/>
          </p:nvSpPr>
          <p:spPr>
            <a:xfrm flipV="1">
              <a:off x="55443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2" name="Line 229"/>
            <p:cNvSpPr/>
            <p:nvPr/>
          </p:nvSpPr>
          <p:spPr>
            <a:xfrm flipV="1">
              <a:off x="58467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63" name="Table 230"/>
          <p:cNvGraphicFramePr/>
          <p:nvPr/>
        </p:nvGraphicFramePr>
        <p:xfrm>
          <a:off x="2373840" y="3825000"/>
          <a:ext cx="1038600" cy="307080"/>
        </p:xfrm>
        <a:graphic>
          <a:graphicData uri="http://schemas.openxmlformats.org/drawingml/2006/table">
            <a:tbl>
              <a:tblPr/>
              <a:tblGrid>
                <a:gridCol w="1038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7,  15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464" name="Group 231"/>
          <p:cNvGrpSpPr/>
          <p:nvPr/>
        </p:nvGrpSpPr>
        <p:grpSpPr>
          <a:xfrm>
            <a:off x="2247480" y="4169520"/>
            <a:ext cx="190440" cy="54000"/>
            <a:chOff x="2247480" y="4169520"/>
            <a:chExt cx="190440" cy="54000"/>
          </a:xfrm>
        </p:grpSpPr>
        <p:sp>
          <p:nvSpPr>
            <p:cNvPr id="465" name="Line 232"/>
            <p:cNvSpPr/>
            <p:nvPr/>
          </p:nvSpPr>
          <p:spPr>
            <a:xfrm flipV="1">
              <a:off x="224748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6" name="Line 233"/>
            <p:cNvSpPr/>
            <p:nvPr/>
          </p:nvSpPr>
          <p:spPr>
            <a:xfrm flipV="1">
              <a:off x="230904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7" name="Line 234"/>
            <p:cNvSpPr/>
            <p:nvPr/>
          </p:nvSpPr>
          <p:spPr>
            <a:xfrm flipV="1">
              <a:off x="237348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8" name="Line 235"/>
            <p:cNvSpPr/>
            <p:nvPr/>
          </p:nvSpPr>
          <p:spPr>
            <a:xfrm flipV="1">
              <a:off x="243756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469" name="CustomShape 236"/>
          <p:cNvSpPr/>
          <p:nvPr/>
        </p:nvSpPr>
        <p:spPr>
          <a:xfrm>
            <a:off x="2729520" y="35323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0" name="CustomShape 237"/>
          <p:cNvSpPr/>
          <p:nvPr/>
        </p:nvSpPr>
        <p:spPr>
          <a:xfrm>
            <a:off x="2260440" y="416160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71" name="CustomShape 238"/>
          <p:cNvSpPr/>
          <p:nvPr/>
        </p:nvSpPr>
        <p:spPr>
          <a:xfrm>
            <a:off x="3263760" y="416160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25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472" name="Table 239"/>
          <p:cNvGraphicFramePr/>
          <p:nvPr/>
        </p:nvGraphicFramePr>
        <p:xfrm>
          <a:off x="3409920" y="3827160"/>
          <a:ext cx="1706400" cy="307080"/>
        </p:xfrm>
        <a:graphic>
          <a:graphicData uri="http://schemas.openxmlformats.org/drawingml/2006/table">
            <a:tbl>
              <a:tblPr/>
              <a:tblGrid>
                <a:gridCol w="17067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14,  8, 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473" name="Group 240"/>
          <p:cNvGrpSpPr/>
          <p:nvPr/>
        </p:nvGrpSpPr>
        <p:grpSpPr>
          <a:xfrm>
            <a:off x="4990680" y="4167000"/>
            <a:ext cx="190080" cy="54000"/>
            <a:chOff x="4990680" y="4167000"/>
            <a:chExt cx="190080" cy="54000"/>
          </a:xfrm>
        </p:grpSpPr>
        <p:sp>
          <p:nvSpPr>
            <p:cNvPr id="474" name="Line 241"/>
            <p:cNvSpPr/>
            <p:nvPr/>
          </p:nvSpPr>
          <p:spPr>
            <a:xfrm flipV="1">
              <a:off x="499068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5" name="Line 242"/>
            <p:cNvSpPr/>
            <p:nvPr/>
          </p:nvSpPr>
          <p:spPr>
            <a:xfrm flipV="1">
              <a:off x="505188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6" name="Line 243"/>
            <p:cNvSpPr/>
            <p:nvPr/>
          </p:nvSpPr>
          <p:spPr>
            <a:xfrm flipV="1">
              <a:off x="511632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7" name="Line 244"/>
            <p:cNvSpPr/>
            <p:nvPr/>
          </p:nvSpPr>
          <p:spPr>
            <a:xfrm flipV="1">
              <a:off x="518040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478" name="CustomShape 245"/>
          <p:cNvSpPr/>
          <p:nvPr/>
        </p:nvSpPr>
        <p:spPr>
          <a:xfrm>
            <a:off x="4155840" y="35323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9" name="CustomShape 246"/>
          <p:cNvSpPr/>
          <p:nvPr/>
        </p:nvSpPr>
        <p:spPr>
          <a:xfrm>
            <a:off x="4971600" y="416160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480" name="Table 247"/>
          <p:cNvGraphicFramePr/>
          <p:nvPr/>
        </p:nvGraphicFramePr>
        <p:xfrm>
          <a:off x="5115600" y="3825720"/>
          <a:ext cx="914760" cy="307080"/>
        </p:xfrm>
        <a:graphic>
          <a:graphicData uri="http://schemas.openxmlformats.org/drawingml/2006/table">
            <a:tbl>
              <a:tblPr/>
              <a:tblGrid>
                <a:gridCol w="9147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5, 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481" name="Group 248"/>
          <p:cNvGrpSpPr/>
          <p:nvPr/>
        </p:nvGrpSpPr>
        <p:grpSpPr>
          <a:xfrm>
            <a:off x="5904720" y="4168800"/>
            <a:ext cx="190080" cy="54000"/>
            <a:chOff x="5904720" y="4168800"/>
            <a:chExt cx="190080" cy="54000"/>
          </a:xfrm>
        </p:grpSpPr>
        <p:sp>
          <p:nvSpPr>
            <p:cNvPr id="482" name="Line 249"/>
            <p:cNvSpPr/>
            <p:nvPr/>
          </p:nvSpPr>
          <p:spPr>
            <a:xfrm flipV="1">
              <a:off x="590472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3" name="Line 250"/>
            <p:cNvSpPr/>
            <p:nvPr/>
          </p:nvSpPr>
          <p:spPr>
            <a:xfrm flipV="1">
              <a:off x="596592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4" name="Line 251"/>
            <p:cNvSpPr/>
            <p:nvPr/>
          </p:nvSpPr>
          <p:spPr>
            <a:xfrm flipV="1">
              <a:off x="603036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5" name="Line 252"/>
            <p:cNvSpPr/>
            <p:nvPr/>
          </p:nvSpPr>
          <p:spPr>
            <a:xfrm flipV="1">
              <a:off x="609444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86" name="Table 253"/>
          <p:cNvGraphicFramePr/>
          <p:nvPr/>
        </p:nvGraphicFramePr>
        <p:xfrm>
          <a:off x="6031440" y="3825000"/>
          <a:ext cx="1335960" cy="30708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487" name="CustomShape 254"/>
          <p:cNvSpPr/>
          <p:nvPr/>
        </p:nvSpPr>
        <p:spPr>
          <a:xfrm>
            <a:off x="5885640" y="416160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88" name="CustomShape 255"/>
          <p:cNvSpPr/>
          <p:nvPr/>
        </p:nvSpPr>
        <p:spPr>
          <a:xfrm>
            <a:off x="7228440" y="416160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90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89" name="CustomShape 256"/>
          <p:cNvSpPr/>
          <p:nvPr/>
        </p:nvSpPr>
        <p:spPr>
          <a:xfrm>
            <a:off x="1773000" y="416160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90" name="CustomShape 257"/>
          <p:cNvSpPr/>
          <p:nvPr/>
        </p:nvSpPr>
        <p:spPr>
          <a:xfrm>
            <a:off x="5399640" y="35323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1" name="CustomShape 258"/>
          <p:cNvSpPr/>
          <p:nvPr/>
        </p:nvSpPr>
        <p:spPr>
          <a:xfrm>
            <a:off x="6536160" y="35323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492" name="Group 259"/>
          <p:cNvGrpSpPr/>
          <p:nvPr/>
        </p:nvGrpSpPr>
        <p:grpSpPr>
          <a:xfrm>
            <a:off x="1889640" y="4879440"/>
            <a:ext cx="6096600" cy="54000"/>
            <a:chOff x="1889640" y="4879440"/>
            <a:chExt cx="6096600" cy="54000"/>
          </a:xfrm>
        </p:grpSpPr>
        <p:sp>
          <p:nvSpPr>
            <p:cNvPr id="493" name="Line 260"/>
            <p:cNvSpPr/>
            <p:nvPr/>
          </p:nvSpPr>
          <p:spPr>
            <a:xfrm>
              <a:off x="1889640" y="4885560"/>
              <a:ext cx="60962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4" name="Line 261"/>
            <p:cNvSpPr/>
            <p:nvPr/>
          </p:nvSpPr>
          <p:spPr>
            <a:xfrm flipV="1">
              <a:off x="1892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5" name="Line 262"/>
            <p:cNvSpPr/>
            <p:nvPr/>
          </p:nvSpPr>
          <p:spPr>
            <a:xfrm flipV="1">
              <a:off x="21945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6" name="Line 263"/>
            <p:cNvSpPr/>
            <p:nvPr/>
          </p:nvSpPr>
          <p:spPr>
            <a:xfrm flipV="1">
              <a:off x="24969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7" name="Line 264"/>
            <p:cNvSpPr/>
            <p:nvPr/>
          </p:nvSpPr>
          <p:spPr>
            <a:xfrm flipV="1">
              <a:off x="27993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8" name="Line 265"/>
            <p:cNvSpPr/>
            <p:nvPr/>
          </p:nvSpPr>
          <p:spPr>
            <a:xfrm flipV="1">
              <a:off x="34124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9" name="Line 266"/>
            <p:cNvSpPr/>
            <p:nvPr/>
          </p:nvSpPr>
          <p:spPr>
            <a:xfrm flipV="1">
              <a:off x="43300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0" name="Line 267"/>
            <p:cNvSpPr/>
            <p:nvPr/>
          </p:nvSpPr>
          <p:spPr>
            <a:xfrm flipV="1">
              <a:off x="40251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1" name="Line 268"/>
            <p:cNvSpPr/>
            <p:nvPr/>
          </p:nvSpPr>
          <p:spPr>
            <a:xfrm flipV="1">
              <a:off x="3719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2" name="Line 269"/>
            <p:cNvSpPr/>
            <p:nvPr/>
          </p:nvSpPr>
          <p:spPr>
            <a:xfrm flipV="1">
              <a:off x="3107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3" name="Line 270"/>
            <p:cNvSpPr/>
            <p:nvPr/>
          </p:nvSpPr>
          <p:spPr>
            <a:xfrm flipV="1">
              <a:off x="49402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4" name="Line 271"/>
            <p:cNvSpPr/>
            <p:nvPr/>
          </p:nvSpPr>
          <p:spPr>
            <a:xfrm flipV="1">
              <a:off x="463140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5" name="Line 272"/>
            <p:cNvSpPr/>
            <p:nvPr/>
          </p:nvSpPr>
          <p:spPr>
            <a:xfrm flipV="1">
              <a:off x="52412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6" name="Line 273"/>
            <p:cNvSpPr/>
            <p:nvPr/>
          </p:nvSpPr>
          <p:spPr>
            <a:xfrm flipV="1">
              <a:off x="615852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7" name="Line 274"/>
            <p:cNvSpPr/>
            <p:nvPr/>
          </p:nvSpPr>
          <p:spPr>
            <a:xfrm flipV="1">
              <a:off x="6464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8" name="Line 275"/>
            <p:cNvSpPr/>
            <p:nvPr/>
          </p:nvSpPr>
          <p:spPr>
            <a:xfrm flipV="1">
              <a:off x="67672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9" name="Line 276"/>
            <p:cNvSpPr/>
            <p:nvPr/>
          </p:nvSpPr>
          <p:spPr>
            <a:xfrm flipV="1">
              <a:off x="70732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0" name="Line 277"/>
            <p:cNvSpPr/>
            <p:nvPr/>
          </p:nvSpPr>
          <p:spPr>
            <a:xfrm flipV="1">
              <a:off x="73756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1" name="Line 278"/>
            <p:cNvSpPr/>
            <p:nvPr/>
          </p:nvSpPr>
          <p:spPr>
            <a:xfrm flipV="1">
              <a:off x="76820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2" name="Line 279"/>
            <p:cNvSpPr/>
            <p:nvPr/>
          </p:nvSpPr>
          <p:spPr>
            <a:xfrm flipV="1">
              <a:off x="7985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3" name="Line 280"/>
            <p:cNvSpPr/>
            <p:nvPr/>
          </p:nvSpPr>
          <p:spPr>
            <a:xfrm flipV="1">
              <a:off x="55472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4" name="Line 281"/>
            <p:cNvSpPr/>
            <p:nvPr/>
          </p:nvSpPr>
          <p:spPr>
            <a:xfrm flipV="1">
              <a:off x="585000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515" name="Group 282"/>
          <p:cNvGrpSpPr/>
          <p:nvPr/>
        </p:nvGrpSpPr>
        <p:grpSpPr>
          <a:xfrm>
            <a:off x="2247480" y="4881960"/>
            <a:ext cx="190440" cy="54000"/>
            <a:chOff x="2247480" y="4881960"/>
            <a:chExt cx="190440" cy="54000"/>
          </a:xfrm>
        </p:grpSpPr>
        <p:sp>
          <p:nvSpPr>
            <p:cNvPr id="516" name="Line 283"/>
            <p:cNvSpPr/>
            <p:nvPr/>
          </p:nvSpPr>
          <p:spPr>
            <a:xfrm flipV="1">
              <a:off x="224748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7" name="Line 284"/>
            <p:cNvSpPr/>
            <p:nvPr/>
          </p:nvSpPr>
          <p:spPr>
            <a:xfrm flipV="1">
              <a:off x="230904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8" name="Line 285"/>
            <p:cNvSpPr/>
            <p:nvPr/>
          </p:nvSpPr>
          <p:spPr>
            <a:xfrm flipV="1">
              <a:off x="237348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9" name="Line 286"/>
            <p:cNvSpPr/>
            <p:nvPr/>
          </p:nvSpPr>
          <p:spPr>
            <a:xfrm flipV="1">
              <a:off x="243756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520" name="Group 287"/>
          <p:cNvGrpSpPr/>
          <p:nvPr/>
        </p:nvGrpSpPr>
        <p:grpSpPr>
          <a:xfrm>
            <a:off x="3472920" y="4883400"/>
            <a:ext cx="190080" cy="54000"/>
            <a:chOff x="3472920" y="4883400"/>
            <a:chExt cx="190080" cy="54000"/>
          </a:xfrm>
        </p:grpSpPr>
        <p:sp>
          <p:nvSpPr>
            <p:cNvPr id="521" name="Line 288"/>
            <p:cNvSpPr/>
            <p:nvPr/>
          </p:nvSpPr>
          <p:spPr>
            <a:xfrm flipV="1">
              <a:off x="347292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2" name="Line 289"/>
            <p:cNvSpPr/>
            <p:nvPr/>
          </p:nvSpPr>
          <p:spPr>
            <a:xfrm flipV="1">
              <a:off x="353412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3" name="Line 290"/>
            <p:cNvSpPr/>
            <p:nvPr/>
          </p:nvSpPr>
          <p:spPr>
            <a:xfrm flipV="1">
              <a:off x="359856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4" name="Line 291"/>
            <p:cNvSpPr/>
            <p:nvPr/>
          </p:nvSpPr>
          <p:spPr>
            <a:xfrm flipV="1">
              <a:off x="366264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525" name="Table 292"/>
          <p:cNvGraphicFramePr/>
          <p:nvPr/>
        </p:nvGraphicFramePr>
        <p:xfrm>
          <a:off x="2309040" y="4537080"/>
          <a:ext cx="1224720" cy="30708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526" name="CustomShape 293"/>
          <p:cNvSpPr/>
          <p:nvPr/>
        </p:nvSpPr>
        <p:spPr>
          <a:xfrm>
            <a:off x="3391560" y="4874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7" name="CustomShape 294"/>
          <p:cNvSpPr/>
          <p:nvPr/>
        </p:nvSpPr>
        <p:spPr>
          <a:xfrm>
            <a:off x="2189160" y="48747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8" name="CustomShape 295"/>
          <p:cNvSpPr/>
          <p:nvPr/>
        </p:nvSpPr>
        <p:spPr>
          <a:xfrm>
            <a:off x="1770120" y="48747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9" name="CustomShape 296"/>
          <p:cNvSpPr/>
          <p:nvPr/>
        </p:nvSpPr>
        <p:spPr>
          <a:xfrm>
            <a:off x="4981320" y="4874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0" name="CustomShape 297"/>
          <p:cNvSpPr/>
          <p:nvPr/>
        </p:nvSpPr>
        <p:spPr>
          <a:xfrm>
            <a:off x="6631200" y="4874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80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531" name="Group 298"/>
          <p:cNvGrpSpPr/>
          <p:nvPr/>
        </p:nvGrpSpPr>
        <p:grpSpPr>
          <a:xfrm>
            <a:off x="4998600" y="4881960"/>
            <a:ext cx="190080" cy="54000"/>
            <a:chOff x="4998600" y="4881960"/>
            <a:chExt cx="190080" cy="54000"/>
          </a:xfrm>
        </p:grpSpPr>
        <p:sp>
          <p:nvSpPr>
            <p:cNvPr id="532" name="Line 299"/>
            <p:cNvSpPr/>
            <p:nvPr/>
          </p:nvSpPr>
          <p:spPr>
            <a:xfrm flipV="1">
              <a:off x="499860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3" name="Line 300"/>
            <p:cNvSpPr/>
            <p:nvPr/>
          </p:nvSpPr>
          <p:spPr>
            <a:xfrm flipV="1">
              <a:off x="505980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4" name="Line 301"/>
            <p:cNvSpPr/>
            <p:nvPr/>
          </p:nvSpPr>
          <p:spPr>
            <a:xfrm flipV="1">
              <a:off x="512424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5" name="Line 302"/>
            <p:cNvSpPr/>
            <p:nvPr/>
          </p:nvSpPr>
          <p:spPr>
            <a:xfrm flipV="1">
              <a:off x="518832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536" name="Table 303"/>
          <p:cNvGraphicFramePr/>
          <p:nvPr/>
        </p:nvGraphicFramePr>
        <p:xfrm>
          <a:off x="3534120" y="4538520"/>
          <a:ext cx="1581120" cy="307080"/>
        </p:xfrm>
        <a:graphic>
          <a:graphicData uri="http://schemas.openxmlformats.org/drawingml/2006/table">
            <a:tbl>
              <a:tblPr/>
              <a:tblGrid>
                <a:gridCol w="158112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7" name="Table 304"/>
          <p:cNvGraphicFramePr/>
          <p:nvPr/>
        </p:nvGraphicFramePr>
        <p:xfrm>
          <a:off x="5117400" y="4537080"/>
          <a:ext cx="1655280" cy="30708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538" name="CustomShape 305"/>
          <p:cNvSpPr/>
          <p:nvPr/>
        </p:nvSpPr>
        <p:spPr>
          <a:xfrm>
            <a:off x="2772000" y="425160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9" name="CustomShape 306"/>
          <p:cNvSpPr/>
          <p:nvPr/>
        </p:nvSpPr>
        <p:spPr>
          <a:xfrm>
            <a:off x="4179240" y="425160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40" name="CustomShape 307"/>
          <p:cNvSpPr/>
          <p:nvPr/>
        </p:nvSpPr>
        <p:spPr>
          <a:xfrm>
            <a:off x="5704920" y="425160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41" name="CustomShape 308"/>
          <p:cNvSpPr/>
          <p:nvPr/>
        </p:nvSpPr>
        <p:spPr>
          <a:xfrm>
            <a:off x="1637640" y="386100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42" name="CustomShape 309"/>
          <p:cNvSpPr/>
          <p:nvPr/>
        </p:nvSpPr>
        <p:spPr>
          <a:xfrm>
            <a:off x="1637640" y="457884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</p:spTree>
  </p:cSld>
  <p:timing>
    <p:tnLst>
      <p:par>
        <p:cTn id="5" dur="indefinite" restart="never" nodeType="tmRoot">
          <p:childTnLst>
            <p:seq>
              <p:cTn id="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TextShape 1"/>
          <p:cNvSpPr txBox="1"/>
          <p:nvPr/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timing>
    <p:tnLst>
      <p:par>
        <p:cTn id="7" dur="indefinite" restart="never" nodeType="tmRoot">
          <p:childTnLst>
            <p:seq>
              <p:cTn id="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955</TotalTime>
  <Application>LibreOffice/6.0.7.3$Linux_X86_64 LibreOffice_project/00m0$Build-3</Application>
  <Words>166</Words>
  <Paragraphs>108</Paragraphs>
  <Company>UFV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2016-11-22T14:51:13Z</dcterms:created>
  <dc:creator>JOSE ELIAS CLAUDIO ARROYO</dc:creator>
  <dc:description/>
  <dc:language>en-US</dc:language>
  <cp:lastModifiedBy/>
  <dcterms:modified xsi:type="dcterms:W3CDTF">2020-04-04T18:53:37Z</dcterms:modified>
  <cp:revision>34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Company">
    <vt:lpwstr>UFV</vt:lpwstr>
  </property>
  <property fmtid="{D5CDD505-2E9C-101B-9397-08002B2CF9AE}" pid="4" name="HiddenSlides">
    <vt:i4>0</vt:i4>
  </property>
  <property fmtid="{D5CDD505-2E9C-101B-9397-08002B2CF9AE}" pid="5" name="HyperlinksChanged">
    <vt:bool>0</vt:bool>
  </property>
  <property fmtid="{D5CDD505-2E9C-101B-9397-08002B2CF9AE}" pid="6" name="LinksUpToDate">
    <vt:bool>0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0</vt:bool>
  </property>
  <property fmtid="{D5CDD505-2E9C-101B-9397-08002B2CF9AE}" pid="11" name="ShareDoc">
    <vt:bool>0</vt:bool>
  </property>
  <property fmtid="{D5CDD505-2E9C-101B-9397-08002B2CF9AE}" pid="12" name="Slides">
    <vt:i4>2</vt:i4>
  </property>
</Properties>
</file>