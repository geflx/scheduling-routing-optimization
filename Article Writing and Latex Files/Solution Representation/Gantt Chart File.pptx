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media/image4.png" ContentType="image/png"/>
  <Override PartName="/ppt/media/image3.png" ContentType="image/png"/>
  <Override PartName="/ppt/media/image1.png" ContentType="image/png"/>
  <Override PartName="/ppt/media/image2.png" ContentType="image/png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</p:sldIdLst>
  <p:sldSz cx="9144000" cy="6858000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k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x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1"/>
          <p:cNvGrpSpPr/>
          <p:nvPr/>
        </p:nvGrpSpPr>
        <p:grpSpPr>
          <a:xfrm>
            <a:off x="1890000" y="2549160"/>
            <a:ext cx="6096240" cy="54000"/>
            <a:chOff x="1890000" y="2549160"/>
            <a:chExt cx="6096240" cy="54000"/>
          </a:xfrm>
        </p:grpSpPr>
        <p:sp>
          <p:nvSpPr>
            <p:cNvPr id="39" name="Line 2"/>
            <p:cNvSpPr/>
            <p:nvPr/>
          </p:nvSpPr>
          <p:spPr>
            <a:xfrm>
              <a:off x="1890000" y="2555280"/>
              <a:ext cx="609588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" name="Line 3"/>
            <p:cNvSpPr/>
            <p:nvPr/>
          </p:nvSpPr>
          <p:spPr>
            <a:xfrm flipV="1">
              <a:off x="18928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1" name="Line 4"/>
            <p:cNvSpPr/>
            <p:nvPr/>
          </p:nvSpPr>
          <p:spPr>
            <a:xfrm flipV="1">
              <a:off x="219492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2" name="Line 5"/>
            <p:cNvSpPr/>
            <p:nvPr/>
          </p:nvSpPr>
          <p:spPr>
            <a:xfrm flipV="1">
              <a:off x="249696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3" name="Line 6"/>
            <p:cNvSpPr/>
            <p:nvPr/>
          </p:nvSpPr>
          <p:spPr>
            <a:xfrm flipV="1">
              <a:off x="279936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4" name="Line 7"/>
            <p:cNvSpPr/>
            <p:nvPr/>
          </p:nvSpPr>
          <p:spPr>
            <a:xfrm flipV="1">
              <a:off x="341280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" name="Line 8"/>
            <p:cNvSpPr/>
            <p:nvPr/>
          </p:nvSpPr>
          <p:spPr>
            <a:xfrm flipV="1">
              <a:off x="43304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" name="Line 9"/>
            <p:cNvSpPr/>
            <p:nvPr/>
          </p:nvSpPr>
          <p:spPr>
            <a:xfrm flipV="1">
              <a:off x="402516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7" name="Line 10"/>
            <p:cNvSpPr/>
            <p:nvPr/>
          </p:nvSpPr>
          <p:spPr>
            <a:xfrm flipV="1">
              <a:off x="37202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8" name="Line 11"/>
            <p:cNvSpPr/>
            <p:nvPr/>
          </p:nvSpPr>
          <p:spPr>
            <a:xfrm flipV="1">
              <a:off x="31078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9" name="Line 12"/>
            <p:cNvSpPr/>
            <p:nvPr/>
          </p:nvSpPr>
          <p:spPr>
            <a:xfrm flipV="1">
              <a:off x="49402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" name="Line 13"/>
            <p:cNvSpPr/>
            <p:nvPr/>
          </p:nvSpPr>
          <p:spPr>
            <a:xfrm flipV="1">
              <a:off x="463140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" name="Line 14"/>
            <p:cNvSpPr/>
            <p:nvPr/>
          </p:nvSpPr>
          <p:spPr>
            <a:xfrm flipV="1">
              <a:off x="52412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2" name="Line 15"/>
            <p:cNvSpPr/>
            <p:nvPr/>
          </p:nvSpPr>
          <p:spPr>
            <a:xfrm flipV="1">
              <a:off x="61588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3" name="Line 16"/>
            <p:cNvSpPr/>
            <p:nvPr/>
          </p:nvSpPr>
          <p:spPr>
            <a:xfrm flipV="1">
              <a:off x="64648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4" name="Line 17"/>
            <p:cNvSpPr/>
            <p:nvPr/>
          </p:nvSpPr>
          <p:spPr>
            <a:xfrm flipV="1">
              <a:off x="67672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5" name="Line 18"/>
            <p:cNvSpPr/>
            <p:nvPr/>
          </p:nvSpPr>
          <p:spPr>
            <a:xfrm flipV="1">
              <a:off x="70732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6" name="Line 19"/>
            <p:cNvSpPr/>
            <p:nvPr/>
          </p:nvSpPr>
          <p:spPr>
            <a:xfrm flipV="1">
              <a:off x="73760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7" name="Line 20"/>
            <p:cNvSpPr/>
            <p:nvPr/>
          </p:nvSpPr>
          <p:spPr>
            <a:xfrm flipV="1">
              <a:off x="76820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8" name="Line 21"/>
            <p:cNvSpPr/>
            <p:nvPr/>
          </p:nvSpPr>
          <p:spPr>
            <a:xfrm flipV="1">
              <a:off x="79858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9" name="Line 22"/>
            <p:cNvSpPr/>
            <p:nvPr/>
          </p:nvSpPr>
          <p:spPr>
            <a:xfrm flipV="1">
              <a:off x="554760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60" name="Line 23"/>
            <p:cNvSpPr/>
            <p:nvPr/>
          </p:nvSpPr>
          <p:spPr>
            <a:xfrm flipV="1">
              <a:off x="585000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61" name="Table 24"/>
          <p:cNvGraphicFramePr/>
          <p:nvPr/>
        </p:nvGraphicFramePr>
        <p:xfrm>
          <a:off x="2440800" y="2208240"/>
          <a:ext cx="1277640" cy="307080"/>
        </p:xfrm>
        <a:graphic>
          <a:graphicData uri="http://schemas.openxmlformats.org/drawingml/2006/table">
            <a:tbl>
              <a:tblPr/>
              <a:tblGrid>
                <a:gridCol w="1278000"/>
              </a:tblGrid>
              <a:tr h="30744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7,  15,  13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cffcc"/>
                    </a:solidFill>
                  </a:tcPr>
                </a:tc>
              </a:tr>
            </a:tbl>
          </a:graphicData>
        </a:graphic>
      </p:graphicFrame>
      <p:grpSp>
        <p:nvGrpSpPr>
          <p:cNvPr id="62" name="Group 25"/>
          <p:cNvGrpSpPr/>
          <p:nvPr/>
        </p:nvGrpSpPr>
        <p:grpSpPr>
          <a:xfrm>
            <a:off x="1892880" y="6265800"/>
            <a:ext cx="6096240" cy="54000"/>
            <a:chOff x="1892880" y="6265800"/>
            <a:chExt cx="6096240" cy="54000"/>
          </a:xfrm>
        </p:grpSpPr>
        <p:sp>
          <p:nvSpPr>
            <p:cNvPr id="63" name="Line 26"/>
            <p:cNvSpPr/>
            <p:nvPr/>
          </p:nvSpPr>
          <p:spPr>
            <a:xfrm>
              <a:off x="1892880" y="6271920"/>
              <a:ext cx="609588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64" name="Line 27"/>
            <p:cNvSpPr/>
            <p:nvPr/>
          </p:nvSpPr>
          <p:spPr>
            <a:xfrm flipV="1">
              <a:off x="1895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65" name="Line 28"/>
            <p:cNvSpPr/>
            <p:nvPr/>
          </p:nvSpPr>
          <p:spPr>
            <a:xfrm flipV="1">
              <a:off x="219780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66" name="Line 29"/>
            <p:cNvSpPr/>
            <p:nvPr/>
          </p:nvSpPr>
          <p:spPr>
            <a:xfrm flipV="1">
              <a:off x="249984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67" name="Line 30"/>
            <p:cNvSpPr/>
            <p:nvPr/>
          </p:nvSpPr>
          <p:spPr>
            <a:xfrm flipV="1">
              <a:off x="280260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68" name="Line 31"/>
            <p:cNvSpPr/>
            <p:nvPr/>
          </p:nvSpPr>
          <p:spPr>
            <a:xfrm flipV="1">
              <a:off x="34156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69" name="Line 32"/>
            <p:cNvSpPr/>
            <p:nvPr/>
          </p:nvSpPr>
          <p:spPr>
            <a:xfrm flipV="1">
              <a:off x="43333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0" name="Line 33"/>
            <p:cNvSpPr/>
            <p:nvPr/>
          </p:nvSpPr>
          <p:spPr>
            <a:xfrm flipV="1">
              <a:off x="402840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1" name="Line 34"/>
            <p:cNvSpPr/>
            <p:nvPr/>
          </p:nvSpPr>
          <p:spPr>
            <a:xfrm flipV="1">
              <a:off x="37231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2" name="Line 35"/>
            <p:cNvSpPr/>
            <p:nvPr/>
          </p:nvSpPr>
          <p:spPr>
            <a:xfrm flipV="1">
              <a:off x="3110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3" name="Line 36"/>
            <p:cNvSpPr/>
            <p:nvPr/>
          </p:nvSpPr>
          <p:spPr>
            <a:xfrm flipV="1">
              <a:off x="49431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4" name="Line 37"/>
            <p:cNvSpPr/>
            <p:nvPr/>
          </p:nvSpPr>
          <p:spPr>
            <a:xfrm flipV="1">
              <a:off x="463464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5" name="Line 38"/>
            <p:cNvSpPr/>
            <p:nvPr/>
          </p:nvSpPr>
          <p:spPr>
            <a:xfrm flipV="1">
              <a:off x="52444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6" name="Line 39"/>
            <p:cNvSpPr/>
            <p:nvPr/>
          </p:nvSpPr>
          <p:spPr>
            <a:xfrm flipV="1">
              <a:off x="6161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7" name="Line 40"/>
            <p:cNvSpPr/>
            <p:nvPr/>
          </p:nvSpPr>
          <p:spPr>
            <a:xfrm flipV="1">
              <a:off x="6467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8" name="Line 41"/>
            <p:cNvSpPr/>
            <p:nvPr/>
          </p:nvSpPr>
          <p:spPr>
            <a:xfrm flipV="1">
              <a:off x="67701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9" name="Line 42"/>
            <p:cNvSpPr/>
            <p:nvPr/>
          </p:nvSpPr>
          <p:spPr>
            <a:xfrm flipV="1">
              <a:off x="70765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0" name="Line 43"/>
            <p:cNvSpPr/>
            <p:nvPr/>
          </p:nvSpPr>
          <p:spPr>
            <a:xfrm flipV="1">
              <a:off x="73789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1" name="Line 44"/>
            <p:cNvSpPr/>
            <p:nvPr/>
          </p:nvSpPr>
          <p:spPr>
            <a:xfrm flipV="1">
              <a:off x="76849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2" name="Line 45"/>
            <p:cNvSpPr/>
            <p:nvPr/>
          </p:nvSpPr>
          <p:spPr>
            <a:xfrm flipV="1">
              <a:off x="7988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3" name="Line 46"/>
            <p:cNvSpPr/>
            <p:nvPr/>
          </p:nvSpPr>
          <p:spPr>
            <a:xfrm flipV="1">
              <a:off x="55504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4" name="Line 47"/>
            <p:cNvSpPr/>
            <p:nvPr/>
          </p:nvSpPr>
          <p:spPr>
            <a:xfrm flipV="1">
              <a:off x="58528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85" name="Group 48"/>
          <p:cNvGrpSpPr/>
          <p:nvPr/>
        </p:nvGrpSpPr>
        <p:grpSpPr>
          <a:xfrm>
            <a:off x="2250720" y="2552400"/>
            <a:ext cx="190440" cy="54000"/>
            <a:chOff x="2250720" y="2552400"/>
            <a:chExt cx="190440" cy="54000"/>
          </a:xfrm>
        </p:grpSpPr>
        <p:sp>
          <p:nvSpPr>
            <p:cNvPr id="86" name="Line 49"/>
            <p:cNvSpPr/>
            <p:nvPr/>
          </p:nvSpPr>
          <p:spPr>
            <a:xfrm flipV="1">
              <a:off x="2250720" y="2552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7" name="Line 50"/>
            <p:cNvSpPr/>
            <p:nvPr/>
          </p:nvSpPr>
          <p:spPr>
            <a:xfrm flipV="1">
              <a:off x="2311920" y="2552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8" name="Line 51"/>
            <p:cNvSpPr/>
            <p:nvPr/>
          </p:nvSpPr>
          <p:spPr>
            <a:xfrm flipV="1">
              <a:off x="2376720" y="2552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9" name="Line 52"/>
            <p:cNvSpPr/>
            <p:nvPr/>
          </p:nvSpPr>
          <p:spPr>
            <a:xfrm flipV="1">
              <a:off x="2440800" y="2552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90" name="CustomShape 53"/>
          <p:cNvSpPr/>
          <p:nvPr/>
        </p:nvSpPr>
        <p:spPr>
          <a:xfrm>
            <a:off x="2907360" y="1914840"/>
            <a:ext cx="3405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1" name="CustomShape 54"/>
          <p:cNvSpPr/>
          <p:nvPr/>
        </p:nvSpPr>
        <p:spPr>
          <a:xfrm>
            <a:off x="2326680" y="2544120"/>
            <a:ext cx="24444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9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92" name="CustomShape 55"/>
          <p:cNvSpPr/>
          <p:nvPr/>
        </p:nvSpPr>
        <p:spPr>
          <a:xfrm>
            <a:off x="3568680" y="254412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30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93" name="Table 56"/>
          <p:cNvGraphicFramePr/>
          <p:nvPr/>
        </p:nvGraphicFramePr>
        <p:xfrm>
          <a:off x="3719880" y="2209680"/>
          <a:ext cx="1706040" cy="306720"/>
        </p:xfrm>
        <a:graphic>
          <a:graphicData uri="http://schemas.openxmlformats.org/drawingml/2006/table">
            <a:tbl>
              <a:tblPr/>
              <a:tblGrid>
                <a:gridCol w="170640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14,  8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75f"/>
                    </a:solidFill>
                  </a:tcPr>
                </a:tc>
              </a:tr>
            </a:tbl>
          </a:graphicData>
        </a:graphic>
      </p:graphicFrame>
      <p:grpSp>
        <p:nvGrpSpPr>
          <p:cNvPr id="94" name="Group 57"/>
          <p:cNvGrpSpPr/>
          <p:nvPr/>
        </p:nvGrpSpPr>
        <p:grpSpPr>
          <a:xfrm>
            <a:off x="5299560" y="2549520"/>
            <a:ext cx="190440" cy="54000"/>
            <a:chOff x="5299560" y="2549520"/>
            <a:chExt cx="190440" cy="54000"/>
          </a:xfrm>
        </p:grpSpPr>
        <p:sp>
          <p:nvSpPr>
            <p:cNvPr id="95" name="Line 58"/>
            <p:cNvSpPr/>
            <p:nvPr/>
          </p:nvSpPr>
          <p:spPr>
            <a:xfrm flipV="1">
              <a:off x="5299560" y="254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96" name="Line 59"/>
            <p:cNvSpPr/>
            <p:nvPr/>
          </p:nvSpPr>
          <p:spPr>
            <a:xfrm flipV="1">
              <a:off x="5361120" y="254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97" name="Line 60"/>
            <p:cNvSpPr/>
            <p:nvPr/>
          </p:nvSpPr>
          <p:spPr>
            <a:xfrm flipV="1">
              <a:off x="5425560" y="254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98" name="Line 61"/>
            <p:cNvSpPr/>
            <p:nvPr/>
          </p:nvSpPr>
          <p:spPr>
            <a:xfrm flipV="1">
              <a:off x="5489640" y="254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99" name="CustomShape 62"/>
          <p:cNvSpPr/>
          <p:nvPr/>
        </p:nvSpPr>
        <p:spPr>
          <a:xfrm>
            <a:off x="4450320" y="1914840"/>
            <a:ext cx="3405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0" name="CustomShape 63"/>
          <p:cNvSpPr/>
          <p:nvPr/>
        </p:nvSpPr>
        <p:spPr>
          <a:xfrm>
            <a:off x="5289120" y="254412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58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101" name="Table 64"/>
          <p:cNvGraphicFramePr/>
          <p:nvPr/>
        </p:nvGraphicFramePr>
        <p:xfrm>
          <a:off x="5428080" y="2208240"/>
          <a:ext cx="611280" cy="306720"/>
        </p:xfrm>
        <a:graphic>
          <a:graphicData uri="http://schemas.openxmlformats.org/drawingml/2006/table">
            <a:tbl>
              <a:tblPr/>
              <a:tblGrid>
                <a:gridCol w="61164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5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558ed5"/>
                    </a:solidFill>
                  </a:tcPr>
                </a:tc>
              </a:tr>
            </a:tbl>
          </a:graphicData>
        </a:graphic>
      </p:graphicFrame>
      <p:grpSp>
        <p:nvGrpSpPr>
          <p:cNvPr id="102" name="Group 65"/>
          <p:cNvGrpSpPr/>
          <p:nvPr/>
        </p:nvGrpSpPr>
        <p:grpSpPr>
          <a:xfrm>
            <a:off x="5913720" y="2554560"/>
            <a:ext cx="190440" cy="54000"/>
            <a:chOff x="5913720" y="2554560"/>
            <a:chExt cx="190440" cy="54000"/>
          </a:xfrm>
        </p:grpSpPr>
        <p:sp>
          <p:nvSpPr>
            <p:cNvPr id="103" name="Line 66"/>
            <p:cNvSpPr/>
            <p:nvPr/>
          </p:nvSpPr>
          <p:spPr>
            <a:xfrm flipV="1">
              <a:off x="5913720" y="25545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04" name="Line 67"/>
            <p:cNvSpPr/>
            <p:nvPr/>
          </p:nvSpPr>
          <p:spPr>
            <a:xfrm flipV="1">
              <a:off x="5974920" y="25545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05" name="Line 68"/>
            <p:cNvSpPr/>
            <p:nvPr/>
          </p:nvSpPr>
          <p:spPr>
            <a:xfrm flipV="1">
              <a:off x="6039720" y="25545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06" name="Line 69"/>
            <p:cNvSpPr/>
            <p:nvPr/>
          </p:nvSpPr>
          <p:spPr>
            <a:xfrm flipV="1">
              <a:off x="6103800" y="25545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107" name="Table 70"/>
          <p:cNvGraphicFramePr/>
          <p:nvPr/>
        </p:nvGraphicFramePr>
        <p:xfrm>
          <a:off x="6039720" y="2207880"/>
          <a:ext cx="1335600" cy="306720"/>
        </p:xfrm>
        <a:graphic>
          <a:graphicData uri="http://schemas.openxmlformats.org/drawingml/2006/table">
            <a:tbl>
              <a:tblPr/>
              <a:tblGrid>
                <a:gridCol w="133596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12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5543"/>
                    </a:solidFill>
                  </a:tcPr>
                </a:tc>
              </a:tr>
            </a:tbl>
          </a:graphicData>
        </a:graphic>
      </p:graphicFrame>
      <p:sp>
        <p:nvSpPr>
          <p:cNvPr id="108" name="CustomShape 71"/>
          <p:cNvSpPr/>
          <p:nvPr/>
        </p:nvSpPr>
        <p:spPr>
          <a:xfrm>
            <a:off x="5896440" y="254412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68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09" name="CustomShape 72"/>
          <p:cNvSpPr/>
          <p:nvPr/>
        </p:nvSpPr>
        <p:spPr>
          <a:xfrm>
            <a:off x="7233480" y="254412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90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10" name="CustomShape 73"/>
          <p:cNvSpPr/>
          <p:nvPr/>
        </p:nvSpPr>
        <p:spPr>
          <a:xfrm>
            <a:off x="1776240" y="2544120"/>
            <a:ext cx="24444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11" name="CustomShape 74"/>
          <p:cNvSpPr/>
          <p:nvPr/>
        </p:nvSpPr>
        <p:spPr>
          <a:xfrm>
            <a:off x="5556960" y="1914840"/>
            <a:ext cx="38340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6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2" name="CustomShape 75"/>
          <p:cNvSpPr/>
          <p:nvPr/>
        </p:nvSpPr>
        <p:spPr>
          <a:xfrm>
            <a:off x="6539760" y="1914840"/>
            <a:ext cx="38340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7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113" name="Group 76"/>
          <p:cNvGrpSpPr/>
          <p:nvPr/>
        </p:nvGrpSpPr>
        <p:grpSpPr>
          <a:xfrm>
            <a:off x="1892880" y="3261960"/>
            <a:ext cx="6096240" cy="54000"/>
            <a:chOff x="1892880" y="3261960"/>
            <a:chExt cx="6096240" cy="54000"/>
          </a:xfrm>
        </p:grpSpPr>
        <p:sp>
          <p:nvSpPr>
            <p:cNvPr id="114" name="Line 77"/>
            <p:cNvSpPr/>
            <p:nvPr/>
          </p:nvSpPr>
          <p:spPr>
            <a:xfrm>
              <a:off x="1892880" y="3268080"/>
              <a:ext cx="609588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15" name="Line 78"/>
            <p:cNvSpPr/>
            <p:nvPr/>
          </p:nvSpPr>
          <p:spPr>
            <a:xfrm flipV="1">
              <a:off x="189576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16" name="Line 79"/>
            <p:cNvSpPr/>
            <p:nvPr/>
          </p:nvSpPr>
          <p:spPr>
            <a:xfrm flipV="1">
              <a:off x="219780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17" name="Line 80"/>
            <p:cNvSpPr/>
            <p:nvPr/>
          </p:nvSpPr>
          <p:spPr>
            <a:xfrm flipV="1">
              <a:off x="249984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18" name="Line 81"/>
            <p:cNvSpPr/>
            <p:nvPr/>
          </p:nvSpPr>
          <p:spPr>
            <a:xfrm flipV="1">
              <a:off x="280260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19" name="Line 82"/>
            <p:cNvSpPr/>
            <p:nvPr/>
          </p:nvSpPr>
          <p:spPr>
            <a:xfrm flipV="1">
              <a:off x="341568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0" name="Line 83"/>
            <p:cNvSpPr/>
            <p:nvPr/>
          </p:nvSpPr>
          <p:spPr>
            <a:xfrm flipV="1">
              <a:off x="433332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1" name="Line 84"/>
            <p:cNvSpPr/>
            <p:nvPr/>
          </p:nvSpPr>
          <p:spPr>
            <a:xfrm flipV="1">
              <a:off x="402840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2" name="Line 85"/>
            <p:cNvSpPr/>
            <p:nvPr/>
          </p:nvSpPr>
          <p:spPr>
            <a:xfrm flipV="1">
              <a:off x="372312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3" name="Line 86"/>
            <p:cNvSpPr/>
            <p:nvPr/>
          </p:nvSpPr>
          <p:spPr>
            <a:xfrm flipV="1">
              <a:off x="311076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4" name="Line 87"/>
            <p:cNvSpPr/>
            <p:nvPr/>
          </p:nvSpPr>
          <p:spPr>
            <a:xfrm flipV="1">
              <a:off x="494316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5" name="Line 88"/>
            <p:cNvSpPr/>
            <p:nvPr/>
          </p:nvSpPr>
          <p:spPr>
            <a:xfrm flipV="1">
              <a:off x="463464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6" name="Line 89"/>
            <p:cNvSpPr/>
            <p:nvPr/>
          </p:nvSpPr>
          <p:spPr>
            <a:xfrm flipV="1">
              <a:off x="524448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7" name="Line 90"/>
            <p:cNvSpPr/>
            <p:nvPr/>
          </p:nvSpPr>
          <p:spPr>
            <a:xfrm flipV="1">
              <a:off x="616176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8" name="Line 91"/>
            <p:cNvSpPr/>
            <p:nvPr/>
          </p:nvSpPr>
          <p:spPr>
            <a:xfrm flipV="1">
              <a:off x="646776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9" name="Line 92"/>
            <p:cNvSpPr/>
            <p:nvPr/>
          </p:nvSpPr>
          <p:spPr>
            <a:xfrm flipV="1">
              <a:off x="677016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0" name="Line 93"/>
            <p:cNvSpPr/>
            <p:nvPr/>
          </p:nvSpPr>
          <p:spPr>
            <a:xfrm flipV="1">
              <a:off x="707652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1" name="Line 94"/>
            <p:cNvSpPr/>
            <p:nvPr/>
          </p:nvSpPr>
          <p:spPr>
            <a:xfrm flipV="1">
              <a:off x="737892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2" name="Line 95"/>
            <p:cNvSpPr/>
            <p:nvPr/>
          </p:nvSpPr>
          <p:spPr>
            <a:xfrm flipV="1">
              <a:off x="768492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3" name="Line 96"/>
            <p:cNvSpPr/>
            <p:nvPr/>
          </p:nvSpPr>
          <p:spPr>
            <a:xfrm flipV="1">
              <a:off x="798876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4" name="Line 97"/>
            <p:cNvSpPr/>
            <p:nvPr/>
          </p:nvSpPr>
          <p:spPr>
            <a:xfrm flipV="1">
              <a:off x="555048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5" name="Line 98"/>
            <p:cNvSpPr/>
            <p:nvPr/>
          </p:nvSpPr>
          <p:spPr>
            <a:xfrm flipV="1">
              <a:off x="585288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136" name="Group 99"/>
          <p:cNvGrpSpPr/>
          <p:nvPr/>
        </p:nvGrpSpPr>
        <p:grpSpPr>
          <a:xfrm>
            <a:off x="2250720" y="3264480"/>
            <a:ext cx="190440" cy="54000"/>
            <a:chOff x="2250720" y="3264480"/>
            <a:chExt cx="190440" cy="54000"/>
          </a:xfrm>
        </p:grpSpPr>
        <p:sp>
          <p:nvSpPr>
            <p:cNvPr id="137" name="Line 100"/>
            <p:cNvSpPr/>
            <p:nvPr/>
          </p:nvSpPr>
          <p:spPr>
            <a:xfrm flipV="1">
              <a:off x="225072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8" name="Line 101"/>
            <p:cNvSpPr/>
            <p:nvPr/>
          </p:nvSpPr>
          <p:spPr>
            <a:xfrm flipV="1">
              <a:off x="231192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9" name="Line 102"/>
            <p:cNvSpPr/>
            <p:nvPr/>
          </p:nvSpPr>
          <p:spPr>
            <a:xfrm flipV="1">
              <a:off x="237672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40" name="Line 103"/>
            <p:cNvSpPr/>
            <p:nvPr/>
          </p:nvSpPr>
          <p:spPr>
            <a:xfrm flipV="1">
              <a:off x="244080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141" name="Group 104"/>
          <p:cNvGrpSpPr/>
          <p:nvPr/>
        </p:nvGrpSpPr>
        <p:grpSpPr>
          <a:xfrm>
            <a:off x="3475800" y="3266280"/>
            <a:ext cx="190440" cy="54000"/>
            <a:chOff x="3475800" y="3266280"/>
            <a:chExt cx="190440" cy="54000"/>
          </a:xfrm>
        </p:grpSpPr>
        <p:sp>
          <p:nvSpPr>
            <p:cNvPr id="142" name="Line 105"/>
            <p:cNvSpPr/>
            <p:nvPr/>
          </p:nvSpPr>
          <p:spPr>
            <a:xfrm flipV="1">
              <a:off x="3475800" y="32662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43" name="Line 106"/>
            <p:cNvSpPr/>
            <p:nvPr/>
          </p:nvSpPr>
          <p:spPr>
            <a:xfrm flipV="1">
              <a:off x="3537000" y="32662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44" name="Line 107"/>
            <p:cNvSpPr/>
            <p:nvPr/>
          </p:nvSpPr>
          <p:spPr>
            <a:xfrm flipV="1">
              <a:off x="3601800" y="32662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45" name="Line 108"/>
            <p:cNvSpPr/>
            <p:nvPr/>
          </p:nvSpPr>
          <p:spPr>
            <a:xfrm flipV="1">
              <a:off x="3665880" y="32662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146" name="Table 109"/>
          <p:cNvGraphicFramePr/>
          <p:nvPr/>
        </p:nvGraphicFramePr>
        <p:xfrm>
          <a:off x="2312280" y="2919600"/>
          <a:ext cx="1224720" cy="306720"/>
        </p:xfrm>
        <a:graphic>
          <a:graphicData uri="http://schemas.openxmlformats.org/drawingml/2006/table">
            <a:tbl>
              <a:tblPr/>
              <a:tblGrid>
                <a:gridCol w="122508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10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ac090"/>
                    </a:solidFill>
                  </a:tcPr>
                </a:tc>
              </a:tr>
            </a:tbl>
          </a:graphicData>
        </a:graphic>
      </p:graphicFrame>
      <p:sp>
        <p:nvSpPr>
          <p:cNvPr id="147" name="CustomShape 110"/>
          <p:cNvSpPr/>
          <p:nvPr/>
        </p:nvSpPr>
        <p:spPr>
          <a:xfrm>
            <a:off x="3394800" y="325764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27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8" name="CustomShape 111"/>
          <p:cNvSpPr/>
          <p:nvPr/>
        </p:nvSpPr>
        <p:spPr>
          <a:xfrm>
            <a:off x="2192040" y="3257640"/>
            <a:ext cx="24444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9" name="CustomShape 112"/>
          <p:cNvSpPr/>
          <p:nvPr/>
        </p:nvSpPr>
        <p:spPr>
          <a:xfrm>
            <a:off x="1773360" y="3257640"/>
            <a:ext cx="24444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50" name="CustomShape 113"/>
          <p:cNvSpPr/>
          <p:nvPr/>
        </p:nvSpPr>
        <p:spPr>
          <a:xfrm>
            <a:off x="5837760" y="325764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67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51" name="CustomShape 114"/>
          <p:cNvSpPr/>
          <p:nvPr/>
        </p:nvSpPr>
        <p:spPr>
          <a:xfrm>
            <a:off x="7488000" y="325764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94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152" name="Group 115"/>
          <p:cNvGrpSpPr/>
          <p:nvPr/>
        </p:nvGrpSpPr>
        <p:grpSpPr>
          <a:xfrm>
            <a:off x="5917320" y="3264480"/>
            <a:ext cx="190440" cy="54000"/>
            <a:chOff x="5917320" y="3264480"/>
            <a:chExt cx="190440" cy="54000"/>
          </a:xfrm>
        </p:grpSpPr>
        <p:sp>
          <p:nvSpPr>
            <p:cNvPr id="153" name="Line 116"/>
            <p:cNvSpPr/>
            <p:nvPr/>
          </p:nvSpPr>
          <p:spPr>
            <a:xfrm flipV="1">
              <a:off x="591732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54" name="Line 117"/>
            <p:cNvSpPr/>
            <p:nvPr/>
          </p:nvSpPr>
          <p:spPr>
            <a:xfrm flipV="1">
              <a:off x="597888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55" name="Line 118"/>
            <p:cNvSpPr/>
            <p:nvPr/>
          </p:nvSpPr>
          <p:spPr>
            <a:xfrm flipV="1">
              <a:off x="604332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56" name="Line 119"/>
            <p:cNvSpPr/>
            <p:nvPr/>
          </p:nvSpPr>
          <p:spPr>
            <a:xfrm flipV="1">
              <a:off x="610740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157" name="Table 120"/>
          <p:cNvGraphicFramePr/>
          <p:nvPr/>
        </p:nvGraphicFramePr>
        <p:xfrm>
          <a:off x="3537360" y="2921040"/>
          <a:ext cx="2437200" cy="306720"/>
        </p:xfrm>
        <a:graphic>
          <a:graphicData uri="http://schemas.openxmlformats.org/drawingml/2006/table">
            <a:tbl>
              <a:tblPr/>
              <a:tblGrid>
                <a:gridCol w="243756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3,  6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bfbfbf"/>
                    </a:solidFill>
                  </a:tcPr>
                </a:tc>
              </a:tr>
            </a:tbl>
          </a:graphicData>
        </a:graphic>
      </p:graphicFrame>
      <p:grpSp>
        <p:nvGrpSpPr>
          <p:cNvPr id="158" name="Group 121"/>
          <p:cNvGrpSpPr/>
          <p:nvPr/>
        </p:nvGrpSpPr>
        <p:grpSpPr>
          <a:xfrm>
            <a:off x="7440840" y="3262680"/>
            <a:ext cx="190080" cy="54000"/>
            <a:chOff x="7440840" y="3262680"/>
            <a:chExt cx="190080" cy="54000"/>
          </a:xfrm>
        </p:grpSpPr>
        <p:sp>
          <p:nvSpPr>
            <p:cNvPr id="159" name="Line 122"/>
            <p:cNvSpPr/>
            <p:nvPr/>
          </p:nvSpPr>
          <p:spPr>
            <a:xfrm flipV="1">
              <a:off x="7440840" y="32626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60" name="Line 123"/>
            <p:cNvSpPr/>
            <p:nvPr/>
          </p:nvSpPr>
          <p:spPr>
            <a:xfrm flipV="1">
              <a:off x="7502040" y="32626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61" name="Line 124"/>
            <p:cNvSpPr/>
            <p:nvPr/>
          </p:nvSpPr>
          <p:spPr>
            <a:xfrm flipV="1">
              <a:off x="7566840" y="32626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62" name="Line 125"/>
            <p:cNvSpPr/>
            <p:nvPr/>
          </p:nvSpPr>
          <p:spPr>
            <a:xfrm flipV="1">
              <a:off x="7630560" y="32626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163" name="Table 126"/>
          <p:cNvGraphicFramePr/>
          <p:nvPr/>
        </p:nvGraphicFramePr>
        <p:xfrm>
          <a:off x="5975280" y="2920320"/>
          <a:ext cx="1654920" cy="306720"/>
        </p:xfrm>
        <a:graphic>
          <a:graphicData uri="http://schemas.openxmlformats.org/drawingml/2006/table">
            <a:tbl>
              <a:tblPr/>
              <a:tblGrid>
                <a:gridCol w="165528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4,  1,  2,  11,  9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6d9f1"/>
                    </a:solidFill>
                  </a:tcPr>
                </a:tc>
              </a:tr>
            </a:tbl>
          </a:graphicData>
        </a:graphic>
      </p:graphicFrame>
      <p:sp>
        <p:nvSpPr>
          <p:cNvPr id="164" name="CustomShape 127"/>
          <p:cNvSpPr/>
          <p:nvPr/>
        </p:nvSpPr>
        <p:spPr>
          <a:xfrm>
            <a:off x="2775240" y="2634120"/>
            <a:ext cx="3405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5" name="CustomShape 128"/>
          <p:cNvSpPr/>
          <p:nvPr/>
        </p:nvSpPr>
        <p:spPr>
          <a:xfrm>
            <a:off x="4610160" y="2634120"/>
            <a:ext cx="3405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4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6" name="CustomShape 129"/>
          <p:cNvSpPr/>
          <p:nvPr/>
        </p:nvSpPr>
        <p:spPr>
          <a:xfrm>
            <a:off x="6582960" y="2634120"/>
            <a:ext cx="38340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5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7" name="CustomShape 130"/>
          <p:cNvSpPr/>
          <p:nvPr/>
        </p:nvSpPr>
        <p:spPr>
          <a:xfrm>
            <a:off x="1640880" y="2243520"/>
            <a:ext cx="3603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8" name="CustomShape 131"/>
          <p:cNvSpPr/>
          <p:nvPr/>
        </p:nvSpPr>
        <p:spPr>
          <a:xfrm>
            <a:off x="1640880" y="2961360"/>
            <a:ext cx="3603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</p:spTree>
  </p:cSld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9" name="Table 1"/>
          <p:cNvGraphicFramePr/>
          <p:nvPr/>
        </p:nvGraphicFramePr>
        <p:xfrm>
          <a:off x="1898640" y="2193480"/>
          <a:ext cx="1484280" cy="313920"/>
        </p:xfrm>
        <a:graphic>
          <a:graphicData uri="http://schemas.openxmlformats.org/drawingml/2006/table">
            <a:tbl>
              <a:tblPr/>
              <a:tblGrid>
                <a:gridCol w="1484640"/>
              </a:tblGrid>
              <a:tr h="314280"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1.1    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1.2     …    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1.|N</a:t>
                      </a:r>
                      <a:r>
                        <a:rPr b="0" lang="en-US" sz="6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1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|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cffcc"/>
                    </a:solidFill>
                  </a:tcPr>
                </a:tc>
              </a:tr>
            </a:tbl>
          </a:graphicData>
        </a:graphic>
      </p:graphicFrame>
      <p:grpSp>
        <p:nvGrpSpPr>
          <p:cNvPr id="170" name="Group 2"/>
          <p:cNvGrpSpPr/>
          <p:nvPr/>
        </p:nvGrpSpPr>
        <p:grpSpPr>
          <a:xfrm>
            <a:off x="1890000" y="2549160"/>
            <a:ext cx="4968000" cy="54000"/>
            <a:chOff x="1890000" y="2549160"/>
            <a:chExt cx="4968000" cy="54000"/>
          </a:xfrm>
        </p:grpSpPr>
        <p:sp>
          <p:nvSpPr>
            <p:cNvPr id="171" name="Line 3"/>
            <p:cNvSpPr/>
            <p:nvPr/>
          </p:nvSpPr>
          <p:spPr>
            <a:xfrm>
              <a:off x="1890000" y="2555280"/>
              <a:ext cx="496764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72" name="Line 4"/>
            <p:cNvSpPr/>
            <p:nvPr/>
          </p:nvSpPr>
          <p:spPr>
            <a:xfrm flipV="1">
              <a:off x="189252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73" name="Line 5"/>
            <p:cNvSpPr/>
            <p:nvPr/>
          </p:nvSpPr>
          <p:spPr>
            <a:xfrm flipV="1">
              <a:off x="213840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74" name="Line 6"/>
            <p:cNvSpPr/>
            <p:nvPr/>
          </p:nvSpPr>
          <p:spPr>
            <a:xfrm flipV="1">
              <a:off x="23846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75" name="Line 7"/>
            <p:cNvSpPr/>
            <p:nvPr/>
          </p:nvSpPr>
          <p:spPr>
            <a:xfrm flipV="1">
              <a:off x="26312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76" name="Line 8"/>
            <p:cNvSpPr/>
            <p:nvPr/>
          </p:nvSpPr>
          <p:spPr>
            <a:xfrm flipV="1">
              <a:off x="313092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77" name="Line 9"/>
            <p:cNvSpPr/>
            <p:nvPr/>
          </p:nvSpPr>
          <p:spPr>
            <a:xfrm flipV="1">
              <a:off x="38786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78" name="Line 10"/>
            <p:cNvSpPr/>
            <p:nvPr/>
          </p:nvSpPr>
          <p:spPr>
            <a:xfrm flipV="1">
              <a:off x="36298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79" name="Line 11"/>
            <p:cNvSpPr/>
            <p:nvPr/>
          </p:nvSpPr>
          <p:spPr>
            <a:xfrm flipV="1">
              <a:off x="33814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0" name="Line 12"/>
            <p:cNvSpPr/>
            <p:nvPr/>
          </p:nvSpPr>
          <p:spPr>
            <a:xfrm flipV="1">
              <a:off x="288252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1" name="Line 13"/>
            <p:cNvSpPr/>
            <p:nvPr/>
          </p:nvSpPr>
          <p:spPr>
            <a:xfrm flipV="1">
              <a:off x="437580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2" name="Line 14"/>
            <p:cNvSpPr/>
            <p:nvPr/>
          </p:nvSpPr>
          <p:spPr>
            <a:xfrm flipV="1">
              <a:off x="412416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3" name="Line 15"/>
            <p:cNvSpPr/>
            <p:nvPr/>
          </p:nvSpPr>
          <p:spPr>
            <a:xfrm flipV="1">
              <a:off x="462096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4" name="Line 16"/>
            <p:cNvSpPr/>
            <p:nvPr/>
          </p:nvSpPr>
          <p:spPr>
            <a:xfrm flipV="1">
              <a:off x="53686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5" name="Line 17"/>
            <p:cNvSpPr/>
            <p:nvPr/>
          </p:nvSpPr>
          <p:spPr>
            <a:xfrm flipV="1">
              <a:off x="561816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6" name="Line 18"/>
            <p:cNvSpPr/>
            <p:nvPr/>
          </p:nvSpPr>
          <p:spPr>
            <a:xfrm flipV="1">
              <a:off x="586476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7" name="Line 19"/>
            <p:cNvSpPr/>
            <p:nvPr/>
          </p:nvSpPr>
          <p:spPr>
            <a:xfrm flipV="1">
              <a:off x="61138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8" name="Line 20"/>
            <p:cNvSpPr/>
            <p:nvPr/>
          </p:nvSpPr>
          <p:spPr>
            <a:xfrm flipV="1">
              <a:off x="63608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9" name="Line 21"/>
            <p:cNvSpPr/>
            <p:nvPr/>
          </p:nvSpPr>
          <p:spPr>
            <a:xfrm flipV="1">
              <a:off x="660996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0" name="Line 22"/>
            <p:cNvSpPr/>
            <p:nvPr/>
          </p:nvSpPr>
          <p:spPr>
            <a:xfrm flipV="1">
              <a:off x="68576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1" name="Line 23"/>
            <p:cNvSpPr/>
            <p:nvPr/>
          </p:nvSpPr>
          <p:spPr>
            <a:xfrm flipV="1">
              <a:off x="487080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2" name="Line 24"/>
            <p:cNvSpPr/>
            <p:nvPr/>
          </p:nvSpPr>
          <p:spPr>
            <a:xfrm flipV="1">
              <a:off x="51170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193" name="Group 25"/>
          <p:cNvGrpSpPr/>
          <p:nvPr/>
        </p:nvGrpSpPr>
        <p:grpSpPr>
          <a:xfrm>
            <a:off x="1892880" y="6265800"/>
            <a:ext cx="6096240" cy="54000"/>
            <a:chOff x="1892880" y="6265800"/>
            <a:chExt cx="6096240" cy="54000"/>
          </a:xfrm>
        </p:grpSpPr>
        <p:sp>
          <p:nvSpPr>
            <p:cNvPr id="194" name="Line 26"/>
            <p:cNvSpPr/>
            <p:nvPr/>
          </p:nvSpPr>
          <p:spPr>
            <a:xfrm>
              <a:off x="1892880" y="6271920"/>
              <a:ext cx="609588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5" name="Line 27"/>
            <p:cNvSpPr/>
            <p:nvPr/>
          </p:nvSpPr>
          <p:spPr>
            <a:xfrm flipV="1">
              <a:off x="1895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6" name="Line 28"/>
            <p:cNvSpPr/>
            <p:nvPr/>
          </p:nvSpPr>
          <p:spPr>
            <a:xfrm flipV="1">
              <a:off x="219780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7" name="Line 29"/>
            <p:cNvSpPr/>
            <p:nvPr/>
          </p:nvSpPr>
          <p:spPr>
            <a:xfrm flipV="1">
              <a:off x="249984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8" name="Line 30"/>
            <p:cNvSpPr/>
            <p:nvPr/>
          </p:nvSpPr>
          <p:spPr>
            <a:xfrm flipV="1">
              <a:off x="280260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9" name="Line 31"/>
            <p:cNvSpPr/>
            <p:nvPr/>
          </p:nvSpPr>
          <p:spPr>
            <a:xfrm flipV="1">
              <a:off x="34156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0" name="Line 32"/>
            <p:cNvSpPr/>
            <p:nvPr/>
          </p:nvSpPr>
          <p:spPr>
            <a:xfrm flipV="1">
              <a:off x="43333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1" name="Line 33"/>
            <p:cNvSpPr/>
            <p:nvPr/>
          </p:nvSpPr>
          <p:spPr>
            <a:xfrm flipV="1">
              <a:off x="402840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2" name="Line 34"/>
            <p:cNvSpPr/>
            <p:nvPr/>
          </p:nvSpPr>
          <p:spPr>
            <a:xfrm flipV="1">
              <a:off x="37231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3" name="Line 35"/>
            <p:cNvSpPr/>
            <p:nvPr/>
          </p:nvSpPr>
          <p:spPr>
            <a:xfrm flipV="1">
              <a:off x="3110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4" name="Line 36"/>
            <p:cNvSpPr/>
            <p:nvPr/>
          </p:nvSpPr>
          <p:spPr>
            <a:xfrm flipV="1">
              <a:off x="49431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5" name="Line 37"/>
            <p:cNvSpPr/>
            <p:nvPr/>
          </p:nvSpPr>
          <p:spPr>
            <a:xfrm flipV="1">
              <a:off x="463464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6" name="Line 38"/>
            <p:cNvSpPr/>
            <p:nvPr/>
          </p:nvSpPr>
          <p:spPr>
            <a:xfrm flipV="1">
              <a:off x="52444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7" name="Line 39"/>
            <p:cNvSpPr/>
            <p:nvPr/>
          </p:nvSpPr>
          <p:spPr>
            <a:xfrm flipV="1">
              <a:off x="6161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8" name="Line 40"/>
            <p:cNvSpPr/>
            <p:nvPr/>
          </p:nvSpPr>
          <p:spPr>
            <a:xfrm flipV="1">
              <a:off x="6467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9" name="Line 41"/>
            <p:cNvSpPr/>
            <p:nvPr/>
          </p:nvSpPr>
          <p:spPr>
            <a:xfrm flipV="1">
              <a:off x="67701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0" name="Line 42"/>
            <p:cNvSpPr/>
            <p:nvPr/>
          </p:nvSpPr>
          <p:spPr>
            <a:xfrm flipV="1">
              <a:off x="70765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1" name="Line 43"/>
            <p:cNvSpPr/>
            <p:nvPr/>
          </p:nvSpPr>
          <p:spPr>
            <a:xfrm flipV="1">
              <a:off x="73789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2" name="Line 44"/>
            <p:cNvSpPr/>
            <p:nvPr/>
          </p:nvSpPr>
          <p:spPr>
            <a:xfrm flipV="1">
              <a:off x="76849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3" name="Line 45"/>
            <p:cNvSpPr/>
            <p:nvPr/>
          </p:nvSpPr>
          <p:spPr>
            <a:xfrm flipV="1">
              <a:off x="7988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4" name="Line 46"/>
            <p:cNvSpPr/>
            <p:nvPr/>
          </p:nvSpPr>
          <p:spPr>
            <a:xfrm flipV="1">
              <a:off x="55504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5" name="Line 47"/>
            <p:cNvSpPr/>
            <p:nvPr/>
          </p:nvSpPr>
          <p:spPr>
            <a:xfrm flipV="1">
              <a:off x="58528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216" name="CustomShape 48"/>
          <p:cNvSpPr/>
          <p:nvPr/>
        </p:nvSpPr>
        <p:spPr>
          <a:xfrm>
            <a:off x="3340800" y="1960920"/>
            <a:ext cx="307800" cy="261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050" spc="-1" strike="noStrike">
                <a:solidFill>
                  <a:srgbClr val="000000"/>
                </a:solidFill>
                <a:latin typeface="Times New Roman"/>
                <a:ea typeface="DejaVu Sans"/>
              </a:rPr>
              <a:t>S</a:t>
            </a:r>
            <a:r>
              <a:rPr b="0" lang="en-US" sz="105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1</a:t>
            </a:r>
            <a:endParaRPr b="0" lang="en-US" sz="1050" spc="-1" strike="noStrike">
              <a:latin typeface="Arial"/>
            </a:endParaRPr>
          </a:p>
        </p:txBody>
      </p:sp>
      <p:graphicFrame>
        <p:nvGraphicFramePr>
          <p:cNvPr id="217" name="Table 49"/>
          <p:cNvGraphicFramePr/>
          <p:nvPr/>
        </p:nvGraphicFramePr>
        <p:xfrm>
          <a:off x="3380040" y="2197800"/>
          <a:ext cx="1465920" cy="307440"/>
        </p:xfrm>
        <a:graphic>
          <a:graphicData uri="http://schemas.openxmlformats.org/drawingml/2006/table">
            <a:tbl>
              <a:tblPr/>
              <a:tblGrid>
                <a:gridCol w="1466280"/>
              </a:tblGrid>
              <a:tr h="307800"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2.1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  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2.2    …    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2.|N</a:t>
                      </a:r>
                      <a:r>
                        <a:rPr b="0" lang="en-US" sz="6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2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|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9ae"/>
                    </a:solidFill>
                  </a:tcPr>
                </a:tc>
              </a:tr>
            </a:tbl>
          </a:graphicData>
        </a:graphic>
      </p:graphicFrame>
      <p:sp>
        <p:nvSpPr>
          <p:cNvPr id="218" name="CustomShape 50"/>
          <p:cNvSpPr/>
          <p:nvPr/>
        </p:nvSpPr>
        <p:spPr>
          <a:xfrm>
            <a:off x="5289120" y="254412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  <p:graphicFrame>
        <p:nvGraphicFramePr>
          <p:cNvPr id="219" name="Table 51"/>
          <p:cNvGraphicFramePr/>
          <p:nvPr/>
        </p:nvGraphicFramePr>
        <p:xfrm>
          <a:off x="4846320" y="2196720"/>
          <a:ext cx="667440" cy="306720"/>
        </p:xfrm>
        <a:graphic>
          <a:graphicData uri="http://schemas.openxmlformats.org/drawingml/2006/table">
            <a:tbl>
              <a:tblPr/>
              <a:tblGrid>
                <a:gridCol w="66780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...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8eb4e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0" name="Table 52"/>
          <p:cNvGraphicFramePr/>
          <p:nvPr/>
        </p:nvGraphicFramePr>
        <p:xfrm>
          <a:off x="5513760" y="2201760"/>
          <a:ext cx="1343160" cy="302040"/>
        </p:xfrm>
        <a:graphic>
          <a:graphicData uri="http://schemas.openxmlformats.org/drawingml/2006/table">
            <a:tbl>
              <a:tblPr/>
              <a:tblGrid>
                <a:gridCol w="1343520"/>
              </a:tblGrid>
              <a:tr h="302400"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k.1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 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k.2    …   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k.|N</a:t>
                      </a:r>
                      <a:r>
                        <a:rPr b="0" lang="en-US" sz="6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k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|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7a19a"/>
                    </a:solidFill>
                  </a:tcPr>
                </a:tc>
              </a:tr>
            </a:tbl>
          </a:graphicData>
        </a:graphic>
      </p:graphicFrame>
      <p:sp>
        <p:nvSpPr>
          <p:cNvPr id="221" name="CustomShape 53"/>
          <p:cNvSpPr/>
          <p:nvPr/>
        </p:nvSpPr>
        <p:spPr>
          <a:xfrm>
            <a:off x="5928480" y="2544120"/>
            <a:ext cx="24444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2" name="CustomShape 54"/>
          <p:cNvSpPr/>
          <p:nvPr/>
        </p:nvSpPr>
        <p:spPr>
          <a:xfrm>
            <a:off x="7265520" y="2544120"/>
            <a:ext cx="24444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CustomShape 55"/>
          <p:cNvSpPr/>
          <p:nvPr/>
        </p:nvSpPr>
        <p:spPr>
          <a:xfrm>
            <a:off x="1776240" y="2544120"/>
            <a:ext cx="24444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24" name="CustomShape 56"/>
          <p:cNvSpPr/>
          <p:nvPr/>
        </p:nvSpPr>
        <p:spPr>
          <a:xfrm>
            <a:off x="1559160" y="2223360"/>
            <a:ext cx="3603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25" name="CustomShape 57"/>
          <p:cNvSpPr/>
          <p:nvPr/>
        </p:nvSpPr>
        <p:spPr>
          <a:xfrm>
            <a:off x="5352480" y="1920240"/>
            <a:ext cx="311400" cy="302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...</a:t>
            </a:r>
            <a:endParaRPr b="0" lang="en-US" sz="1400" spc="-1" strike="noStrike">
              <a:latin typeface="Arial"/>
            </a:endParaRPr>
          </a:p>
        </p:txBody>
      </p:sp>
      <p:pic>
        <p:nvPicPr>
          <p:cNvPr id="226" name="Imagem 227" descr=""/>
          <p:cNvPicPr/>
          <p:nvPr/>
        </p:nvPicPr>
        <p:blipFill>
          <a:blip r:embed="rId1"/>
          <a:srcRect l="24120" t="30254" r="57858" b="48364"/>
          <a:stretch/>
        </p:blipFill>
        <p:spPr>
          <a:xfrm>
            <a:off x="3151440" y="2743200"/>
            <a:ext cx="681480" cy="438480"/>
          </a:xfrm>
          <a:prstGeom prst="rect">
            <a:avLst/>
          </a:prstGeom>
          <a:ln>
            <a:noFill/>
          </a:ln>
        </p:spPr>
      </p:pic>
      <p:pic>
        <p:nvPicPr>
          <p:cNvPr id="227" name="Imagem 228" descr=""/>
          <p:cNvPicPr/>
          <p:nvPr/>
        </p:nvPicPr>
        <p:blipFill>
          <a:blip r:embed="rId2"/>
          <a:srcRect l="21990" t="39097" r="60986" b="39538"/>
          <a:stretch/>
        </p:blipFill>
        <p:spPr>
          <a:xfrm>
            <a:off x="4678560" y="2743200"/>
            <a:ext cx="636120" cy="438480"/>
          </a:xfrm>
          <a:prstGeom prst="rect">
            <a:avLst/>
          </a:prstGeom>
          <a:ln>
            <a:noFill/>
          </a:ln>
        </p:spPr>
      </p:pic>
      <p:pic>
        <p:nvPicPr>
          <p:cNvPr id="228" name="Imagem 229" descr=""/>
          <p:cNvPicPr/>
          <p:nvPr/>
        </p:nvPicPr>
        <p:blipFill>
          <a:blip r:embed="rId3"/>
          <a:srcRect l="11348" t="34068" r="70632" b="46348"/>
          <a:stretch/>
        </p:blipFill>
        <p:spPr>
          <a:xfrm>
            <a:off x="6400800" y="2768400"/>
            <a:ext cx="711000" cy="432000"/>
          </a:xfrm>
          <a:prstGeom prst="rect">
            <a:avLst/>
          </a:prstGeom>
          <a:ln>
            <a:noFill/>
          </a:ln>
        </p:spPr>
      </p:pic>
      <p:sp>
        <p:nvSpPr>
          <p:cNvPr id="229" name="Line 58"/>
          <p:cNvSpPr/>
          <p:nvPr/>
        </p:nvSpPr>
        <p:spPr>
          <a:xfrm flipV="1">
            <a:off x="2286000" y="2193480"/>
            <a:ext cx="360" cy="313920"/>
          </a:xfrm>
          <a:prstGeom prst="line">
            <a:avLst/>
          </a:prstGeom>
          <a:ln/>
        </p:spPr>
        <p:style>
          <a:lnRef idx="0"/>
          <a:fillRef idx="0"/>
          <a:effectRef idx="0"/>
          <a:fontRef idx="minor"/>
        </p:style>
      </p:sp>
      <p:sp>
        <p:nvSpPr>
          <p:cNvPr id="230" name="Line 59"/>
          <p:cNvSpPr/>
          <p:nvPr/>
        </p:nvSpPr>
        <p:spPr>
          <a:xfrm>
            <a:off x="2651760" y="2193480"/>
            <a:ext cx="360" cy="313920"/>
          </a:xfrm>
          <a:prstGeom prst="line">
            <a:avLst/>
          </a:prstGeom>
          <a:ln/>
        </p:spPr>
        <p:style>
          <a:lnRef idx="0"/>
          <a:fillRef idx="0"/>
          <a:effectRef idx="0"/>
          <a:fontRef idx="minor"/>
        </p:style>
      </p:sp>
      <p:sp>
        <p:nvSpPr>
          <p:cNvPr id="231" name="Line 60"/>
          <p:cNvSpPr/>
          <p:nvPr/>
        </p:nvSpPr>
        <p:spPr>
          <a:xfrm>
            <a:off x="2834640" y="2193480"/>
            <a:ext cx="360" cy="313920"/>
          </a:xfrm>
          <a:prstGeom prst="line">
            <a:avLst/>
          </a:prstGeom>
          <a:ln/>
        </p:spPr>
        <p:style>
          <a:lnRef idx="0"/>
          <a:fillRef idx="0"/>
          <a:effectRef idx="0"/>
          <a:fontRef idx="minor"/>
        </p:style>
      </p:sp>
      <p:sp>
        <p:nvSpPr>
          <p:cNvPr id="232" name="Line 61"/>
          <p:cNvSpPr/>
          <p:nvPr/>
        </p:nvSpPr>
        <p:spPr>
          <a:xfrm>
            <a:off x="3749040" y="2197800"/>
            <a:ext cx="360" cy="307440"/>
          </a:xfrm>
          <a:prstGeom prst="line">
            <a:avLst/>
          </a:prstGeom>
          <a:ln/>
        </p:spPr>
        <p:style>
          <a:lnRef idx="0"/>
          <a:fillRef idx="0"/>
          <a:effectRef idx="0"/>
          <a:fontRef idx="minor"/>
        </p:style>
      </p:sp>
      <p:sp>
        <p:nvSpPr>
          <p:cNvPr id="233" name="Line 62"/>
          <p:cNvSpPr/>
          <p:nvPr/>
        </p:nvSpPr>
        <p:spPr>
          <a:xfrm>
            <a:off x="4114800" y="2197800"/>
            <a:ext cx="360" cy="307440"/>
          </a:xfrm>
          <a:prstGeom prst="line">
            <a:avLst/>
          </a:prstGeom>
          <a:ln/>
        </p:spPr>
        <p:style>
          <a:lnRef idx="0"/>
          <a:fillRef idx="0"/>
          <a:effectRef idx="0"/>
          <a:fontRef idx="minor"/>
        </p:style>
      </p:sp>
      <p:sp>
        <p:nvSpPr>
          <p:cNvPr id="234" name="Line 63"/>
          <p:cNvSpPr/>
          <p:nvPr/>
        </p:nvSpPr>
        <p:spPr>
          <a:xfrm>
            <a:off x="4297680" y="2197800"/>
            <a:ext cx="360" cy="307440"/>
          </a:xfrm>
          <a:prstGeom prst="line">
            <a:avLst/>
          </a:prstGeom>
          <a:ln/>
        </p:spPr>
        <p:style>
          <a:lnRef idx="0"/>
          <a:fillRef idx="0"/>
          <a:effectRef idx="0"/>
          <a:fontRef idx="minor"/>
        </p:style>
      </p:sp>
      <p:sp>
        <p:nvSpPr>
          <p:cNvPr id="235" name="Line 64"/>
          <p:cNvSpPr/>
          <p:nvPr/>
        </p:nvSpPr>
        <p:spPr>
          <a:xfrm>
            <a:off x="5852160" y="2201760"/>
            <a:ext cx="360" cy="302040"/>
          </a:xfrm>
          <a:prstGeom prst="line">
            <a:avLst/>
          </a:prstGeom>
          <a:ln/>
        </p:spPr>
        <p:style>
          <a:lnRef idx="0"/>
          <a:fillRef idx="0"/>
          <a:effectRef idx="0"/>
          <a:fontRef idx="minor"/>
        </p:style>
      </p:sp>
      <p:sp>
        <p:nvSpPr>
          <p:cNvPr id="236" name="Line 65"/>
          <p:cNvSpPr/>
          <p:nvPr/>
        </p:nvSpPr>
        <p:spPr>
          <a:xfrm>
            <a:off x="6217920" y="2201760"/>
            <a:ext cx="360" cy="302040"/>
          </a:xfrm>
          <a:prstGeom prst="line">
            <a:avLst/>
          </a:prstGeom>
          <a:ln/>
        </p:spPr>
        <p:style>
          <a:lnRef idx="0"/>
          <a:fillRef idx="0"/>
          <a:effectRef idx="0"/>
          <a:fontRef idx="minor"/>
        </p:style>
      </p:sp>
      <p:sp>
        <p:nvSpPr>
          <p:cNvPr id="237" name="Line 66"/>
          <p:cNvSpPr/>
          <p:nvPr/>
        </p:nvSpPr>
        <p:spPr>
          <a:xfrm>
            <a:off x="6400800" y="2201760"/>
            <a:ext cx="360" cy="302040"/>
          </a:xfrm>
          <a:prstGeom prst="line">
            <a:avLst/>
          </a:prstGeom>
          <a:ln/>
        </p:spPr>
        <p:style>
          <a:lnRef idx="0"/>
          <a:fillRef idx="0"/>
          <a:effectRef idx="0"/>
          <a:fontRef idx="minor"/>
        </p:style>
      </p:sp>
      <p:sp>
        <p:nvSpPr>
          <p:cNvPr id="238" name="CustomShape 67"/>
          <p:cNvSpPr/>
          <p:nvPr/>
        </p:nvSpPr>
        <p:spPr>
          <a:xfrm>
            <a:off x="3381480" y="2038320"/>
            <a:ext cx="360" cy="1249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chemeClr val="tx1"/>
            </a:solidFill>
            <a:round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39" name="CustomShape 68"/>
          <p:cNvSpPr/>
          <p:nvPr/>
        </p:nvSpPr>
        <p:spPr>
          <a:xfrm>
            <a:off x="4795560" y="1960920"/>
            <a:ext cx="307800" cy="261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0" name="CustomShape 69"/>
          <p:cNvSpPr/>
          <p:nvPr/>
        </p:nvSpPr>
        <p:spPr>
          <a:xfrm flipV="1">
            <a:off x="1903680" y="2767320"/>
            <a:ext cx="387000" cy="1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chemeClr val="tx1"/>
            </a:solidFill>
            <a:round/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241" name="Imagem 12" descr=""/>
          <p:cNvPicPr/>
          <p:nvPr/>
        </p:nvPicPr>
        <p:blipFill>
          <a:blip r:embed="rId4"/>
          <a:srcRect l="58620" t="56430" r="35222" b="36332"/>
          <a:stretch/>
        </p:blipFill>
        <p:spPr>
          <a:xfrm>
            <a:off x="1987560" y="2822760"/>
            <a:ext cx="209880" cy="138600"/>
          </a:xfrm>
          <a:prstGeom prst="rect">
            <a:avLst/>
          </a:prstGeom>
          <a:ln>
            <a:noFill/>
          </a:ln>
        </p:spPr>
      </p:pic>
      <p:sp>
        <p:nvSpPr>
          <p:cNvPr id="242" name="CustomShape 70"/>
          <p:cNvSpPr/>
          <p:nvPr/>
        </p:nvSpPr>
        <p:spPr>
          <a:xfrm>
            <a:off x="4803120" y="1960920"/>
            <a:ext cx="307800" cy="261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050" spc="-1" strike="noStrike">
                <a:solidFill>
                  <a:srgbClr val="000000"/>
                </a:solidFill>
                <a:latin typeface="Times New Roman"/>
                <a:ea typeface="DejaVu Sans"/>
              </a:rPr>
              <a:t>S</a:t>
            </a:r>
            <a:r>
              <a:rPr b="0" lang="en-US" sz="105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2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243" name="CustomShape 71"/>
          <p:cNvSpPr/>
          <p:nvPr/>
        </p:nvSpPr>
        <p:spPr>
          <a:xfrm>
            <a:off x="6604560" y="1960920"/>
            <a:ext cx="307800" cy="261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050" spc="-1" strike="noStrike">
                <a:solidFill>
                  <a:srgbClr val="000000"/>
                </a:solidFill>
                <a:latin typeface="Times New Roman"/>
                <a:ea typeface="DejaVu Sans"/>
              </a:rPr>
              <a:t>S</a:t>
            </a:r>
            <a:r>
              <a:rPr b="0" lang="en-US" sz="105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k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244" name="CustomShape 72"/>
          <p:cNvSpPr/>
          <p:nvPr/>
        </p:nvSpPr>
        <p:spPr>
          <a:xfrm flipV="1">
            <a:off x="3381480" y="2621160"/>
            <a:ext cx="360" cy="1267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chemeClr val="tx1"/>
            </a:solidFill>
            <a:round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45" name="CustomShape 73"/>
          <p:cNvSpPr/>
          <p:nvPr/>
        </p:nvSpPr>
        <p:spPr>
          <a:xfrm flipV="1">
            <a:off x="4870800" y="2621160"/>
            <a:ext cx="360" cy="1267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chemeClr val="tx1"/>
            </a:solidFill>
            <a:round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46" name="CustomShape 74"/>
          <p:cNvSpPr/>
          <p:nvPr/>
        </p:nvSpPr>
        <p:spPr>
          <a:xfrm flipV="1">
            <a:off x="6857640" y="2640240"/>
            <a:ext cx="360" cy="1267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chemeClr val="tx1"/>
            </a:solidFill>
            <a:round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47" name="Line 75"/>
          <p:cNvSpPr/>
          <p:nvPr/>
        </p:nvSpPr>
        <p:spPr>
          <a:xfrm>
            <a:off x="2285640" y="2499120"/>
            <a:ext cx="360" cy="268200"/>
          </a:xfrm>
          <a:prstGeom prst="line">
            <a:avLst/>
          </a:prstGeom>
          <a:ln>
            <a:solidFill>
              <a:schemeClr val="tx1"/>
            </a:solidFill>
            <a:custDash>
              <a:ds d="500000" sp="400000"/>
            </a:custDash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48" name="CustomShape 76"/>
          <p:cNvSpPr/>
          <p:nvPr/>
        </p:nvSpPr>
        <p:spPr>
          <a:xfrm>
            <a:off x="4843800" y="2038320"/>
            <a:ext cx="360" cy="1249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chemeClr val="tx1"/>
            </a:solidFill>
            <a:round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49" name="CustomShape 77"/>
          <p:cNvSpPr/>
          <p:nvPr/>
        </p:nvSpPr>
        <p:spPr>
          <a:xfrm>
            <a:off x="6847920" y="2038320"/>
            <a:ext cx="360" cy="1249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chemeClr val="tx1"/>
            </a:solidFill>
            <a:round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</p:spTree>
  </p:cSld>
  <p:timing>
    <p:tnLst>
      <p:par>
        <p:cTn id="3" dur="indefinite" restart="never" nodeType="tmRoot">
          <p:childTnLst>
            <p:seq>
              <p:cTn id="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0" name="Group 1"/>
          <p:cNvGrpSpPr/>
          <p:nvPr/>
        </p:nvGrpSpPr>
        <p:grpSpPr>
          <a:xfrm>
            <a:off x="1890000" y="767160"/>
            <a:ext cx="6096240" cy="54000"/>
            <a:chOff x="1890000" y="767160"/>
            <a:chExt cx="6096240" cy="54000"/>
          </a:xfrm>
        </p:grpSpPr>
        <p:sp>
          <p:nvSpPr>
            <p:cNvPr id="251" name="Line 2"/>
            <p:cNvSpPr/>
            <p:nvPr/>
          </p:nvSpPr>
          <p:spPr>
            <a:xfrm>
              <a:off x="1890000" y="773280"/>
              <a:ext cx="609588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52" name="Line 3"/>
            <p:cNvSpPr/>
            <p:nvPr/>
          </p:nvSpPr>
          <p:spPr>
            <a:xfrm flipV="1">
              <a:off x="18928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53" name="Line 4"/>
            <p:cNvSpPr/>
            <p:nvPr/>
          </p:nvSpPr>
          <p:spPr>
            <a:xfrm flipV="1">
              <a:off x="219492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54" name="Line 5"/>
            <p:cNvSpPr/>
            <p:nvPr/>
          </p:nvSpPr>
          <p:spPr>
            <a:xfrm flipV="1">
              <a:off x="249696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55" name="Line 6"/>
            <p:cNvSpPr/>
            <p:nvPr/>
          </p:nvSpPr>
          <p:spPr>
            <a:xfrm flipV="1">
              <a:off x="279936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56" name="Line 7"/>
            <p:cNvSpPr/>
            <p:nvPr/>
          </p:nvSpPr>
          <p:spPr>
            <a:xfrm flipV="1">
              <a:off x="341280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57" name="Line 8"/>
            <p:cNvSpPr/>
            <p:nvPr/>
          </p:nvSpPr>
          <p:spPr>
            <a:xfrm flipV="1">
              <a:off x="433044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58" name="Line 9"/>
            <p:cNvSpPr/>
            <p:nvPr/>
          </p:nvSpPr>
          <p:spPr>
            <a:xfrm flipV="1">
              <a:off x="402516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59" name="Line 10"/>
            <p:cNvSpPr/>
            <p:nvPr/>
          </p:nvSpPr>
          <p:spPr>
            <a:xfrm flipV="1">
              <a:off x="372024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60" name="Line 11"/>
            <p:cNvSpPr/>
            <p:nvPr/>
          </p:nvSpPr>
          <p:spPr>
            <a:xfrm flipV="1">
              <a:off x="31078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61" name="Line 12"/>
            <p:cNvSpPr/>
            <p:nvPr/>
          </p:nvSpPr>
          <p:spPr>
            <a:xfrm flipV="1">
              <a:off x="49402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62" name="Line 13"/>
            <p:cNvSpPr/>
            <p:nvPr/>
          </p:nvSpPr>
          <p:spPr>
            <a:xfrm flipV="1">
              <a:off x="463140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63" name="Line 14"/>
            <p:cNvSpPr/>
            <p:nvPr/>
          </p:nvSpPr>
          <p:spPr>
            <a:xfrm flipV="1">
              <a:off x="524124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64" name="Line 15"/>
            <p:cNvSpPr/>
            <p:nvPr/>
          </p:nvSpPr>
          <p:spPr>
            <a:xfrm flipV="1">
              <a:off x="61588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65" name="Line 16"/>
            <p:cNvSpPr/>
            <p:nvPr/>
          </p:nvSpPr>
          <p:spPr>
            <a:xfrm flipV="1">
              <a:off x="64648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66" name="Line 17"/>
            <p:cNvSpPr/>
            <p:nvPr/>
          </p:nvSpPr>
          <p:spPr>
            <a:xfrm flipV="1">
              <a:off x="67672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67" name="Line 18"/>
            <p:cNvSpPr/>
            <p:nvPr/>
          </p:nvSpPr>
          <p:spPr>
            <a:xfrm flipV="1">
              <a:off x="70732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68" name="Line 19"/>
            <p:cNvSpPr/>
            <p:nvPr/>
          </p:nvSpPr>
          <p:spPr>
            <a:xfrm flipV="1">
              <a:off x="737604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69" name="Line 20"/>
            <p:cNvSpPr/>
            <p:nvPr/>
          </p:nvSpPr>
          <p:spPr>
            <a:xfrm flipV="1">
              <a:off x="768204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70" name="Line 21"/>
            <p:cNvSpPr/>
            <p:nvPr/>
          </p:nvSpPr>
          <p:spPr>
            <a:xfrm flipV="1">
              <a:off x="79858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71" name="Line 22"/>
            <p:cNvSpPr/>
            <p:nvPr/>
          </p:nvSpPr>
          <p:spPr>
            <a:xfrm flipV="1">
              <a:off x="554760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72" name="Line 23"/>
            <p:cNvSpPr/>
            <p:nvPr/>
          </p:nvSpPr>
          <p:spPr>
            <a:xfrm flipV="1">
              <a:off x="585000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273" name="Table 24"/>
          <p:cNvGraphicFramePr/>
          <p:nvPr/>
        </p:nvGraphicFramePr>
        <p:xfrm>
          <a:off x="2376720" y="425520"/>
          <a:ext cx="1038600" cy="307080"/>
        </p:xfrm>
        <a:graphic>
          <a:graphicData uri="http://schemas.openxmlformats.org/drawingml/2006/table">
            <a:tbl>
              <a:tblPr/>
              <a:tblGrid>
                <a:gridCol w="1038960"/>
              </a:tblGrid>
              <a:tr h="30744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7,  15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cffcc"/>
                    </a:solidFill>
                  </a:tcPr>
                </a:tc>
              </a:tr>
            </a:tbl>
          </a:graphicData>
        </a:graphic>
      </p:graphicFrame>
      <p:grpSp>
        <p:nvGrpSpPr>
          <p:cNvPr id="274" name="Group 25"/>
          <p:cNvGrpSpPr/>
          <p:nvPr/>
        </p:nvGrpSpPr>
        <p:grpSpPr>
          <a:xfrm>
            <a:off x="2250720" y="770040"/>
            <a:ext cx="190440" cy="54000"/>
            <a:chOff x="2250720" y="770040"/>
            <a:chExt cx="190440" cy="54000"/>
          </a:xfrm>
        </p:grpSpPr>
        <p:sp>
          <p:nvSpPr>
            <p:cNvPr id="275" name="Line 26"/>
            <p:cNvSpPr/>
            <p:nvPr/>
          </p:nvSpPr>
          <p:spPr>
            <a:xfrm flipV="1">
              <a:off x="2250720" y="7700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76" name="Line 27"/>
            <p:cNvSpPr/>
            <p:nvPr/>
          </p:nvSpPr>
          <p:spPr>
            <a:xfrm flipV="1">
              <a:off x="2311920" y="7700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77" name="Line 28"/>
            <p:cNvSpPr/>
            <p:nvPr/>
          </p:nvSpPr>
          <p:spPr>
            <a:xfrm flipV="1">
              <a:off x="2376720" y="7700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78" name="Line 29"/>
            <p:cNvSpPr/>
            <p:nvPr/>
          </p:nvSpPr>
          <p:spPr>
            <a:xfrm flipV="1">
              <a:off x="2440800" y="7700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279" name="CustomShape 30"/>
          <p:cNvSpPr/>
          <p:nvPr/>
        </p:nvSpPr>
        <p:spPr>
          <a:xfrm>
            <a:off x="2732760" y="132840"/>
            <a:ext cx="3405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80" name="CustomShape 31"/>
          <p:cNvSpPr/>
          <p:nvPr/>
        </p:nvSpPr>
        <p:spPr>
          <a:xfrm>
            <a:off x="2263680" y="761760"/>
            <a:ext cx="24444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8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81" name="CustomShape 32"/>
          <p:cNvSpPr/>
          <p:nvPr/>
        </p:nvSpPr>
        <p:spPr>
          <a:xfrm>
            <a:off x="3267000" y="76176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25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282" name="Table 33"/>
          <p:cNvGraphicFramePr/>
          <p:nvPr/>
        </p:nvGraphicFramePr>
        <p:xfrm>
          <a:off x="3412800" y="427680"/>
          <a:ext cx="1706400" cy="306720"/>
        </p:xfrm>
        <a:graphic>
          <a:graphicData uri="http://schemas.openxmlformats.org/drawingml/2006/table">
            <a:tbl>
              <a:tblPr/>
              <a:tblGrid>
                <a:gridCol w="170676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14,  8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75f"/>
                    </a:solidFill>
                  </a:tcPr>
                </a:tc>
              </a:tr>
            </a:tbl>
          </a:graphicData>
        </a:graphic>
      </p:graphicFrame>
      <p:grpSp>
        <p:nvGrpSpPr>
          <p:cNvPr id="283" name="Group 34"/>
          <p:cNvGrpSpPr/>
          <p:nvPr/>
        </p:nvGrpSpPr>
        <p:grpSpPr>
          <a:xfrm>
            <a:off x="4993920" y="767520"/>
            <a:ext cx="190080" cy="54000"/>
            <a:chOff x="4993920" y="767520"/>
            <a:chExt cx="190080" cy="54000"/>
          </a:xfrm>
        </p:grpSpPr>
        <p:sp>
          <p:nvSpPr>
            <p:cNvPr id="284" name="Line 35"/>
            <p:cNvSpPr/>
            <p:nvPr/>
          </p:nvSpPr>
          <p:spPr>
            <a:xfrm flipV="1">
              <a:off x="4993920" y="767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85" name="Line 36"/>
            <p:cNvSpPr/>
            <p:nvPr/>
          </p:nvSpPr>
          <p:spPr>
            <a:xfrm flipV="1">
              <a:off x="5055120" y="767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86" name="Line 37"/>
            <p:cNvSpPr/>
            <p:nvPr/>
          </p:nvSpPr>
          <p:spPr>
            <a:xfrm flipV="1">
              <a:off x="5119560" y="767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87" name="Line 38"/>
            <p:cNvSpPr/>
            <p:nvPr/>
          </p:nvSpPr>
          <p:spPr>
            <a:xfrm flipV="1">
              <a:off x="5183640" y="767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288" name="CustomShape 39"/>
          <p:cNvSpPr/>
          <p:nvPr/>
        </p:nvSpPr>
        <p:spPr>
          <a:xfrm>
            <a:off x="4158720" y="132840"/>
            <a:ext cx="3405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89" name="CustomShape 40"/>
          <p:cNvSpPr/>
          <p:nvPr/>
        </p:nvSpPr>
        <p:spPr>
          <a:xfrm>
            <a:off x="4974840" y="76176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53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290" name="Table 41"/>
          <p:cNvGraphicFramePr/>
          <p:nvPr/>
        </p:nvGraphicFramePr>
        <p:xfrm>
          <a:off x="5118840" y="426240"/>
          <a:ext cx="611280" cy="306720"/>
        </p:xfrm>
        <a:graphic>
          <a:graphicData uri="http://schemas.openxmlformats.org/drawingml/2006/table">
            <a:tbl>
              <a:tblPr/>
              <a:tblGrid>
                <a:gridCol w="61164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25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5</a:t>
                      </a:r>
                      <a:endParaRPr b="0" lang="en-US" sz="125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558ed5"/>
                    </a:solidFill>
                  </a:tcPr>
                </a:tc>
              </a:tr>
            </a:tbl>
          </a:graphicData>
        </a:graphic>
      </p:graphicFrame>
      <p:grpSp>
        <p:nvGrpSpPr>
          <p:cNvPr id="291" name="Group 42"/>
          <p:cNvGrpSpPr/>
          <p:nvPr/>
        </p:nvGrpSpPr>
        <p:grpSpPr>
          <a:xfrm>
            <a:off x="5604480" y="769320"/>
            <a:ext cx="190440" cy="54000"/>
            <a:chOff x="5604480" y="769320"/>
            <a:chExt cx="190440" cy="54000"/>
          </a:xfrm>
        </p:grpSpPr>
        <p:sp>
          <p:nvSpPr>
            <p:cNvPr id="292" name="Line 43"/>
            <p:cNvSpPr/>
            <p:nvPr/>
          </p:nvSpPr>
          <p:spPr>
            <a:xfrm flipV="1">
              <a:off x="5604480" y="769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93" name="Line 44"/>
            <p:cNvSpPr/>
            <p:nvPr/>
          </p:nvSpPr>
          <p:spPr>
            <a:xfrm flipV="1">
              <a:off x="5665680" y="769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94" name="Line 45"/>
            <p:cNvSpPr/>
            <p:nvPr/>
          </p:nvSpPr>
          <p:spPr>
            <a:xfrm flipV="1">
              <a:off x="5730480" y="769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95" name="Line 46"/>
            <p:cNvSpPr/>
            <p:nvPr/>
          </p:nvSpPr>
          <p:spPr>
            <a:xfrm flipV="1">
              <a:off x="5794560" y="769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296" name="Table 47"/>
          <p:cNvGraphicFramePr/>
          <p:nvPr/>
        </p:nvGraphicFramePr>
        <p:xfrm>
          <a:off x="5734800" y="425520"/>
          <a:ext cx="1335600" cy="306720"/>
        </p:xfrm>
        <a:graphic>
          <a:graphicData uri="http://schemas.openxmlformats.org/drawingml/2006/table">
            <a:tbl>
              <a:tblPr/>
              <a:tblGrid>
                <a:gridCol w="133596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12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5543"/>
                    </a:solidFill>
                  </a:tcPr>
                </a:tc>
              </a:tr>
            </a:tbl>
          </a:graphicData>
        </a:graphic>
      </p:graphicFrame>
      <p:sp>
        <p:nvSpPr>
          <p:cNvPr id="297" name="CustomShape 48"/>
          <p:cNvSpPr/>
          <p:nvPr/>
        </p:nvSpPr>
        <p:spPr>
          <a:xfrm>
            <a:off x="5593320" y="76176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63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98" name="CustomShape 49"/>
          <p:cNvSpPr/>
          <p:nvPr/>
        </p:nvSpPr>
        <p:spPr>
          <a:xfrm>
            <a:off x="6938640" y="76176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85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99" name="CustomShape 50"/>
          <p:cNvSpPr/>
          <p:nvPr/>
        </p:nvSpPr>
        <p:spPr>
          <a:xfrm>
            <a:off x="1776240" y="761760"/>
            <a:ext cx="24444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00" name="CustomShape 51"/>
          <p:cNvSpPr/>
          <p:nvPr/>
        </p:nvSpPr>
        <p:spPr>
          <a:xfrm>
            <a:off x="5246280" y="132840"/>
            <a:ext cx="38340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6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01" name="CustomShape 52"/>
          <p:cNvSpPr/>
          <p:nvPr/>
        </p:nvSpPr>
        <p:spPr>
          <a:xfrm>
            <a:off x="6222600" y="132840"/>
            <a:ext cx="38340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7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302" name="Group 53"/>
          <p:cNvGrpSpPr/>
          <p:nvPr/>
        </p:nvGrpSpPr>
        <p:grpSpPr>
          <a:xfrm>
            <a:off x="1892880" y="1479960"/>
            <a:ext cx="6096240" cy="54000"/>
            <a:chOff x="1892880" y="1479960"/>
            <a:chExt cx="6096240" cy="54000"/>
          </a:xfrm>
        </p:grpSpPr>
        <p:sp>
          <p:nvSpPr>
            <p:cNvPr id="303" name="Line 54"/>
            <p:cNvSpPr/>
            <p:nvPr/>
          </p:nvSpPr>
          <p:spPr>
            <a:xfrm>
              <a:off x="1892880" y="1486080"/>
              <a:ext cx="609588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4" name="Line 55"/>
            <p:cNvSpPr/>
            <p:nvPr/>
          </p:nvSpPr>
          <p:spPr>
            <a:xfrm flipV="1">
              <a:off x="189576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5" name="Line 56"/>
            <p:cNvSpPr/>
            <p:nvPr/>
          </p:nvSpPr>
          <p:spPr>
            <a:xfrm flipV="1">
              <a:off x="219780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6" name="Line 57"/>
            <p:cNvSpPr/>
            <p:nvPr/>
          </p:nvSpPr>
          <p:spPr>
            <a:xfrm flipV="1">
              <a:off x="249984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7" name="Line 58"/>
            <p:cNvSpPr/>
            <p:nvPr/>
          </p:nvSpPr>
          <p:spPr>
            <a:xfrm flipV="1">
              <a:off x="280260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8" name="Line 59"/>
            <p:cNvSpPr/>
            <p:nvPr/>
          </p:nvSpPr>
          <p:spPr>
            <a:xfrm flipV="1">
              <a:off x="341568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9" name="Line 60"/>
            <p:cNvSpPr/>
            <p:nvPr/>
          </p:nvSpPr>
          <p:spPr>
            <a:xfrm flipV="1">
              <a:off x="433332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10" name="Line 61"/>
            <p:cNvSpPr/>
            <p:nvPr/>
          </p:nvSpPr>
          <p:spPr>
            <a:xfrm flipV="1">
              <a:off x="402840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11" name="Line 62"/>
            <p:cNvSpPr/>
            <p:nvPr/>
          </p:nvSpPr>
          <p:spPr>
            <a:xfrm flipV="1">
              <a:off x="372312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12" name="Line 63"/>
            <p:cNvSpPr/>
            <p:nvPr/>
          </p:nvSpPr>
          <p:spPr>
            <a:xfrm flipV="1">
              <a:off x="311076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13" name="Line 64"/>
            <p:cNvSpPr/>
            <p:nvPr/>
          </p:nvSpPr>
          <p:spPr>
            <a:xfrm flipV="1">
              <a:off x="494316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14" name="Line 65"/>
            <p:cNvSpPr/>
            <p:nvPr/>
          </p:nvSpPr>
          <p:spPr>
            <a:xfrm flipV="1">
              <a:off x="463464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15" name="Line 66"/>
            <p:cNvSpPr/>
            <p:nvPr/>
          </p:nvSpPr>
          <p:spPr>
            <a:xfrm flipV="1">
              <a:off x="524448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16" name="Line 67"/>
            <p:cNvSpPr/>
            <p:nvPr/>
          </p:nvSpPr>
          <p:spPr>
            <a:xfrm flipV="1">
              <a:off x="616176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17" name="Line 68"/>
            <p:cNvSpPr/>
            <p:nvPr/>
          </p:nvSpPr>
          <p:spPr>
            <a:xfrm flipV="1">
              <a:off x="646776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18" name="Line 69"/>
            <p:cNvSpPr/>
            <p:nvPr/>
          </p:nvSpPr>
          <p:spPr>
            <a:xfrm flipV="1">
              <a:off x="677016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19" name="Line 70"/>
            <p:cNvSpPr/>
            <p:nvPr/>
          </p:nvSpPr>
          <p:spPr>
            <a:xfrm flipV="1">
              <a:off x="707652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20" name="Line 71"/>
            <p:cNvSpPr/>
            <p:nvPr/>
          </p:nvSpPr>
          <p:spPr>
            <a:xfrm flipV="1">
              <a:off x="737892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21" name="Line 72"/>
            <p:cNvSpPr/>
            <p:nvPr/>
          </p:nvSpPr>
          <p:spPr>
            <a:xfrm flipV="1">
              <a:off x="768492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22" name="Line 73"/>
            <p:cNvSpPr/>
            <p:nvPr/>
          </p:nvSpPr>
          <p:spPr>
            <a:xfrm flipV="1">
              <a:off x="798876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23" name="Line 74"/>
            <p:cNvSpPr/>
            <p:nvPr/>
          </p:nvSpPr>
          <p:spPr>
            <a:xfrm flipV="1">
              <a:off x="555048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24" name="Line 75"/>
            <p:cNvSpPr/>
            <p:nvPr/>
          </p:nvSpPr>
          <p:spPr>
            <a:xfrm flipV="1">
              <a:off x="585288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325" name="Group 76"/>
          <p:cNvGrpSpPr/>
          <p:nvPr/>
        </p:nvGrpSpPr>
        <p:grpSpPr>
          <a:xfrm>
            <a:off x="2250720" y="1482480"/>
            <a:ext cx="190440" cy="54000"/>
            <a:chOff x="2250720" y="1482480"/>
            <a:chExt cx="190440" cy="54000"/>
          </a:xfrm>
        </p:grpSpPr>
        <p:sp>
          <p:nvSpPr>
            <p:cNvPr id="326" name="Line 77"/>
            <p:cNvSpPr/>
            <p:nvPr/>
          </p:nvSpPr>
          <p:spPr>
            <a:xfrm flipV="1">
              <a:off x="225072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27" name="Line 78"/>
            <p:cNvSpPr/>
            <p:nvPr/>
          </p:nvSpPr>
          <p:spPr>
            <a:xfrm flipV="1">
              <a:off x="231192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28" name="Line 79"/>
            <p:cNvSpPr/>
            <p:nvPr/>
          </p:nvSpPr>
          <p:spPr>
            <a:xfrm flipV="1">
              <a:off x="237672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29" name="Line 80"/>
            <p:cNvSpPr/>
            <p:nvPr/>
          </p:nvSpPr>
          <p:spPr>
            <a:xfrm flipV="1">
              <a:off x="244080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330" name="Group 81"/>
          <p:cNvGrpSpPr/>
          <p:nvPr/>
        </p:nvGrpSpPr>
        <p:grpSpPr>
          <a:xfrm>
            <a:off x="3475800" y="1483920"/>
            <a:ext cx="190440" cy="54000"/>
            <a:chOff x="3475800" y="1483920"/>
            <a:chExt cx="190440" cy="54000"/>
          </a:xfrm>
        </p:grpSpPr>
        <p:sp>
          <p:nvSpPr>
            <p:cNvPr id="331" name="Line 82"/>
            <p:cNvSpPr/>
            <p:nvPr/>
          </p:nvSpPr>
          <p:spPr>
            <a:xfrm flipV="1">
              <a:off x="3475800" y="14839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32" name="Line 83"/>
            <p:cNvSpPr/>
            <p:nvPr/>
          </p:nvSpPr>
          <p:spPr>
            <a:xfrm flipV="1">
              <a:off x="3537000" y="14839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33" name="Line 84"/>
            <p:cNvSpPr/>
            <p:nvPr/>
          </p:nvSpPr>
          <p:spPr>
            <a:xfrm flipV="1">
              <a:off x="3601800" y="14839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34" name="Line 85"/>
            <p:cNvSpPr/>
            <p:nvPr/>
          </p:nvSpPr>
          <p:spPr>
            <a:xfrm flipV="1">
              <a:off x="3665880" y="14839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335" name="Table 86"/>
          <p:cNvGraphicFramePr/>
          <p:nvPr/>
        </p:nvGraphicFramePr>
        <p:xfrm>
          <a:off x="2312280" y="1137600"/>
          <a:ext cx="1224720" cy="306720"/>
        </p:xfrm>
        <a:graphic>
          <a:graphicData uri="http://schemas.openxmlformats.org/drawingml/2006/table">
            <a:tbl>
              <a:tblPr/>
              <a:tblGrid>
                <a:gridCol w="122508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10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ac090"/>
                    </a:solidFill>
                  </a:tcPr>
                </a:tc>
              </a:tr>
            </a:tbl>
          </a:graphicData>
        </a:graphic>
      </p:graphicFrame>
      <p:sp>
        <p:nvSpPr>
          <p:cNvPr id="336" name="CustomShape 87"/>
          <p:cNvSpPr/>
          <p:nvPr/>
        </p:nvSpPr>
        <p:spPr>
          <a:xfrm>
            <a:off x="3394800" y="147528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27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37" name="CustomShape 88"/>
          <p:cNvSpPr/>
          <p:nvPr/>
        </p:nvSpPr>
        <p:spPr>
          <a:xfrm>
            <a:off x="2192040" y="1475280"/>
            <a:ext cx="24444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38" name="CustomShape 89"/>
          <p:cNvSpPr/>
          <p:nvPr/>
        </p:nvSpPr>
        <p:spPr>
          <a:xfrm>
            <a:off x="1773360" y="1475280"/>
            <a:ext cx="24444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39" name="CustomShape 90"/>
          <p:cNvSpPr/>
          <p:nvPr/>
        </p:nvSpPr>
        <p:spPr>
          <a:xfrm>
            <a:off x="4984560" y="147528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53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0" name="CustomShape 91"/>
          <p:cNvSpPr/>
          <p:nvPr/>
        </p:nvSpPr>
        <p:spPr>
          <a:xfrm>
            <a:off x="6634440" y="147528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80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341" name="Group 92"/>
          <p:cNvGrpSpPr/>
          <p:nvPr/>
        </p:nvGrpSpPr>
        <p:grpSpPr>
          <a:xfrm>
            <a:off x="5001480" y="1482480"/>
            <a:ext cx="190440" cy="54000"/>
            <a:chOff x="5001480" y="1482480"/>
            <a:chExt cx="190440" cy="54000"/>
          </a:xfrm>
        </p:grpSpPr>
        <p:sp>
          <p:nvSpPr>
            <p:cNvPr id="342" name="Line 93"/>
            <p:cNvSpPr/>
            <p:nvPr/>
          </p:nvSpPr>
          <p:spPr>
            <a:xfrm flipV="1">
              <a:off x="500148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43" name="Line 94"/>
            <p:cNvSpPr/>
            <p:nvPr/>
          </p:nvSpPr>
          <p:spPr>
            <a:xfrm flipV="1">
              <a:off x="506304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44" name="Line 95"/>
            <p:cNvSpPr/>
            <p:nvPr/>
          </p:nvSpPr>
          <p:spPr>
            <a:xfrm flipV="1">
              <a:off x="512748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45" name="Line 96"/>
            <p:cNvSpPr/>
            <p:nvPr/>
          </p:nvSpPr>
          <p:spPr>
            <a:xfrm flipV="1">
              <a:off x="519156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346" name="Table 97"/>
          <p:cNvGraphicFramePr/>
          <p:nvPr/>
        </p:nvGraphicFramePr>
        <p:xfrm>
          <a:off x="3537360" y="1139040"/>
          <a:ext cx="1580760" cy="306720"/>
        </p:xfrm>
        <a:graphic>
          <a:graphicData uri="http://schemas.openxmlformats.org/drawingml/2006/table">
            <a:tbl>
              <a:tblPr/>
              <a:tblGrid>
                <a:gridCol w="158112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6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bfbfb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7" name="Table 98"/>
          <p:cNvGraphicFramePr/>
          <p:nvPr/>
        </p:nvGraphicFramePr>
        <p:xfrm>
          <a:off x="5120280" y="1137600"/>
          <a:ext cx="1654920" cy="306720"/>
        </p:xfrm>
        <a:graphic>
          <a:graphicData uri="http://schemas.openxmlformats.org/drawingml/2006/table">
            <a:tbl>
              <a:tblPr/>
              <a:tblGrid>
                <a:gridCol w="165528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4,  1,  2,  11,  9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6d9f1"/>
                    </a:solidFill>
                  </a:tcPr>
                </a:tc>
              </a:tr>
            </a:tbl>
          </a:graphicData>
        </a:graphic>
      </p:graphicFrame>
      <p:sp>
        <p:nvSpPr>
          <p:cNvPr id="348" name="CustomShape 99"/>
          <p:cNvSpPr/>
          <p:nvPr/>
        </p:nvSpPr>
        <p:spPr>
          <a:xfrm>
            <a:off x="2775240" y="852120"/>
            <a:ext cx="3405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49" name="CustomShape 100"/>
          <p:cNvSpPr/>
          <p:nvPr/>
        </p:nvSpPr>
        <p:spPr>
          <a:xfrm>
            <a:off x="4182480" y="852120"/>
            <a:ext cx="3405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4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50" name="CustomShape 101"/>
          <p:cNvSpPr/>
          <p:nvPr/>
        </p:nvSpPr>
        <p:spPr>
          <a:xfrm>
            <a:off x="5766840" y="852120"/>
            <a:ext cx="38340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5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51" name="CustomShape 102"/>
          <p:cNvSpPr/>
          <p:nvPr/>
        </p:nvSpPr>
        <p:spPr>
          <a:xfrm>
            <a:off x="1640880" y="461520"/>
            <a:ext cx="3603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52" name="CustomShape 103"/>
          <p:cNvSpPr/>
          <p:nvPr/>
        </p:nvSpPr>
        <p:spPr>
          <a:xfrm>
            <a:off x="1640880" y="1179000"/>
            <a:ext cx="3603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353" name="Group 104"/>
          <p:cNvGrpSpPr/>
          <p:nvPr/>
        </p:nvGrpSpPr>
        <p:grpSpPr>
          <a:xfrm>
            <a:off x="1883520" y="2530440"/>
            <a:ext cx="6096240" cy="54000"/>
            <a:chOff x="1883520" y="2530440"/>
            <a:chExt cx="6096240" cy="54000"/>
          </a:xfrm>
        </p:grpSpPr>
        <p:sp>
          <p:nvSpPr>
            <p:cNvPr id="354" name="Line 105"/>
            <p:cNvSpPr/>
            <p:nvPr/>
          </p:nvSpPr>
          <p:spPr>
            <a:xfrm>
              <a:off x="1883520" y="2536560"/>
              <a:ext cx="609588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5" name="Line 106"/>
            <p:cNvSpPr/>
            <p:nvPr/>
          </p:nvSpPr>
          <p:spPr>
            <a:xfrm flipV="1">
              <a:off x="188640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6" name="Line 107"/>
            <p:cNvSpPr/>
            <p:nvPr/>
          </p:nvSpPr>
          <p:spPr>
            <a:xfrm flipV="1">
              <a:off x="218844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7" name="Line 108"/>
            <p:cNvSpPr/>
            <p:nvPr/>
          </p:nvSpPr>
          <p:spPr>
            <a:xfrm flipV="1">
              <a:off x="249048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8" name="Line 109"/>
            <p:cNvSpPr/>
            <p:nvPr/>
          </p:nvSpPr>
          <p:spPr>
            <a:xfrm flipV="1">
              <a:off x="279324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9" name="Line 110"/>
            <p:cNvSpPr/>
            <p:nvPr/>
          </p:nvSpPr>
          <p:spPr>
            <a:xfrm flipV="1">
              <a:off x="340632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60" name="Line 111"/>
            <p:cNvSpPr/>
            <p:nvPr/>
          </p:nvSpPr>
          <p:spPr>
            <a:xfrm flipV="1">
              <a:off x="432396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61" name="Line 112"/>
            <p:cNvSpPr/>
            <p:nvPr/>
          </p:nvSpPr>
          <p:spPr>
            <a:xfrm flipV="1">
              <a:off x="401904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62" name="Line 113"/>
            <p:cNvSpPr/>
            <p:nvPr/>
          </p:nvSpPr>
          <p:spPr>
            <a:xfrm flipV="1">
              <a:off x="371376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63" name="Line 114"/>
            <p:cNvSpPr/>
            <p:nvPr/>
          </p:nvSpPr>
          <p:spPr>
            <a:xfrm flipV="1">
              <a:off x="310140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64" name="Line 115"/>
            <p:cNvSpPr/>
            <p:nvPr/>
          </p:nvSpPr>
          <p:spPr>
            <a:xfrm flipV="1">
              <a:off x="493380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65" name="Line 116"/>
            <p:cNvSpPr/>
            <p:nvPr/>
          </p:nvSpPr>
          <p:spPr>
            <a:xfrm flipV="1">
              <a:off x="462528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66" name="Line 117"/>
            <p:cNvSpPr/>
            <p:nvPr/>
          </p:nvSpPr>
          <p:spPr>
            <a:xfrm flipV="1">
              <a:off x="523512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67" name="Line 118"/>
            <p:cNvSpPr/>
            <p:nvPr/>
          </p:nvSpPr>
          <p:spPr>
            <a:xfrm flipV="1">
              <a:off x="615240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68" name="Line 119"/>
            <p:cNvSpPr/>
            <p:nvPr/>
          </p:nvSpPr>
          <p:spPr>
            <a:xfrm flipV="1">
              <a:off x="645840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69" name="Line 120"/>
            <p:cNvSpPr/>
            <p:nvPr/>
          </p:nvSpPr>
          <p:spPr>
            <a:xfrm flipV="1">
              <a:off x="676080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70" name="Line 121"/>
            <p:cNvSpPr/>
            <p:nvPr/>
          </p:nvSpPr>
          <p:spPr>
            <a:xfrm flipV="1">
              <a:off x="706716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71" name="Line 122"/>
            <p:cNvSpPr/>
            <p:nvPr/>
          </p:nvSpPr>
          <p:spPr>
            <a:xfrm flipV="1">
              <a:off x="736956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72" name="Line 123"/>
            <p:cNvSpPr/>
            <p:nvPr/>
          </p:nvSpPr>
          <p:spPr>
            <a:xfrm flipV="1">
              <a:off x="767556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73" name="Line 124"/>
            <p:cNvSpPr/>
            <p:nvPr/>
          </p:nvSpPr>
          <p:spPr>
            <a:xfrm flipV="1">
              <a:off x="797940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74" name="Line 125"/>
            <p:cNvSpPr/>
            <p:nvPr/>
          </p:nvSpPr>
          <p:spPr>
            <a:xfrm flipV="1">
              <a:off x="554112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75" name="Line 126"/>
            <p:cNvSpPr/>
            <p:nvPr/>
          </p:nvSpPr>
          <p:spPr>
            <a:xfrm flipV="1">
              <a:off x="584352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376" name="Table 127"/>
          <p:cNvGraphicFramePr/>
          <p:nvPr/>
        </p:nvGraphicFramePr>
        <p:xfrm>
          <a:off x="2370600" y="2188800"/>
          <a:ext cx="1038600" cy="306720"/>
        </p:xfrm>
        <a:graphic>
          <a:graphicData uri="http://schemas.openxmlformats.org/drawingml/2006/table">
            <a:tbl>
              <a:tblPr/>
              <a:tblGrid>
                <a:gridCol w="103896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7,  15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cffcc"/>
                    </a:solidFill>
                  </a:tcPr>
                </a:tc>
              </a:tr>
            </a:tbl>
          </a:graphicData>
        </a:graphic>
      </p:graphicFrame>
      <p:grpSp>
        <p:nvGrpSpPr>
          <p:cNvPr id="377" name="Group 128"/>
          <p:cNvGrpSpPr/>
          <p:nvPr/>
        </p:nvGrpSpPr>
        <p:grpSpPr>
          <a:xfrm>
            <a:off x="2244240" y="2533320"/>
            <a:ext cx="190440" cy="54000"/>
            <a:chOff x="2244240" y="2533320"/>
            <a:chExt cx="190440" cy="54000"/>
          </a:xfrm>
        </p:grpSpPr>
        <p:sp>
          <p:nvSpPr>
            <p:cNvPr id="378" name="Line 129"/>
            <p:cNvSpPr/>
            <p:nvPr/>
          </p:nvSpPr>
          <p:spPr>
            <a:xfrm flipV="1">
              <a:off x="2244240" y="2533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79" name="Line 130"/>
            <p:cNvSpPr/>
            <p:nvPr/>
          </p:nvSpPr>
          <p:spPr>
            <a:xfrm flipV="1">
              <a:off x="2305800" y="2533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80" name="Line 131"/>
            <p:cNvSpPr/>
            <p:nvPr/>
          </p:nvSpPr>
          <p:spPr>
            <a:xfrm flipV="1">
              <a:off x="2370240" y="2533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81" name="Line 132"/>
            <p:cNvSpPr/>
            <p:nvPr/>
          </p:nvSpPr>
          <p:spPr>
            <a:xfrm flipV="1">
              <a:off x="2434320" y="2533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382" name="CustomShape 133"/>
          <p:cNvSpPr/>
          <p:nvPr/>
        </p:nvSpPr>
        <p:spPr>
          <a:xfrm>
            <a:off x="2726280" y="1896120"/>
            <a:ext cx="3405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83" name="CustomShape 134"/>
          <p:cNvSpPr/>
          <p:nvPr/>
        </p:nvSpPr>
        <p:spPr>
          <a:xfrm>
            <a:off x="2257200" y="2525040"/>
            <a:ext cx="24444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8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84" name="CustomShape 135"/>
          <p:cNvSpPr/>
          <p:nvPr/>
        </p:nvSpPr>
        <p:spPr>
          <a:xfrm>
            <a:off x="3260520" y="252504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25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385" name="Table 136"/>
          <p:cNvGraphicFramePr/>
          <p:nvPr/>
        </p:nvGraphicFramePr>
        <p:xfrm>
          <a:off x="3406680" y="2190960"/>
          <a:ext cx="1706400" cy="306720"/>
        </p:xfrm>
        <a:graphic>
          <a:graphicData uri="http://schemas.openxmlformats.org/drawingml/2006/table">
            <a:tbl>
              <a:tblPr/>
              <a:tblGrid>
                <a:gridCol w="170676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14,  8,  </a:t>
                      </a:r>
                      <a:r>
                        <a:rPr b="1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13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75f"/>
                    </a:solidFill>
                  </a:tcPr>
                </a:tc>
              </a:tr>
            </a:tbl>
          </a:graphicData>
        </a:graphic>
      </p:graphicFrame>
      <p:grpSp>
        <p:nvGrpSpPr>
          <p:cNvPr id="386" name="Group 137"/>
          <p:cNvGrpSpPr/>
          <p:nvPr/>
        </p:nvGrpSpPr>
        <p:grpSpPr>
          <a:xfrm>
            <a:off x="4987440" y="2530800"/>
            <a:ext cx="190080" cy="54000"/>
            <a:chOff x="4987440" y="2530800"/>
            <a:chExt cx="190080" cy="54000"/>
          </a:xfrm>
        </p:grpSpPr>
        <p:sp>
          <p:nvSpPr>
            <p:cNvPr id="387" name="Line 138"/>
            <p:cNvSpPr/>
            <p:nvPr/>
          </p:nvSpPr>
          <p:spPr>
            <a:xfrm flipV="1">
              <a:off x="4987440" y="2530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88" name="Line 139"/>
            <p:cNvSpPr/>
            <p:nvPr/>
          </p:nvSpPr>
          <p:spPr>
            <a:xfrm flipV="1">
              <a:off x="5048640" y="2530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89" name="Line 140"/>
            <p:cNvSpPr/>
            <p:nvPr/>
          </p:nvSpPr>
          <p:spPr>
            <a:xfrm flipV="1">
              <a:off x="5113080" y="2530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90" name="Line 141"/>
            <p:cNvSpPr/>
            <p:nvPr/>
          </p:nvSpPr>
          <p:spPr>
            <a:xfrm flipV="1">
              <a:off x="5177160" y="2530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391" name="CustomShape 142"/>
          <p:cNvSpPr/>
          <p:nvPr/>
        </p:nvSpPr>
        <p:spPr>
          <a:xfrm>
            <a:off x="4152600" y="1896120"/>
            <a:ext cx="3405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92" name="CustomShape 143"/>
          <p:cNvSpPr/>
          <p:nvPr/>
        </p:nvSpPr>
        <p:spPr>
          <a:xfrm>
            <a:off x="4968360" y="252504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53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393" name="Table 144"/>
          <p:cNvGraphicFramePr/>
          <p:nvPr/>
        </p:nvGraphicFramePr>
        <p:xfrm>
          <a:off x="5112360" y="2189520"/>
          <a:ext cx="611280" cy="306720"/>
        </p:xfrm>
        <a:graphic>
          <a:graphicData uri="http://schemas.openxmlformats.org/drawingml/2006/table">
            <a:tbl>
              <a:tblPr/>
              <a:tblGrid>
                <a:gridCol w="61164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5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558ed5"/>
                    </a:solidFill>
                  </a:tcPr>
                </a:tc>
              </a:tr>
            </a:tbl>
          </a:graphicData>
        </a:graphic>
      </p:graphicFrame>
      <p:grpSp>
        <p:nvGrpSpPr>
          <p:cNvPr id="394" name="Group 145"/>
          <p:cNvGrpSpPr/>
          <p:nvPr/>
        </p:nvGrpSpPr>
        <p:grpSpPr>
          <a:xfrm>
            <a:off x="5598000" y="2532600"/>
            <a:ext cx="190440" cy="54000"/>
            <a:chOff x="5598000" y="2532600"/>
            <a:chExt cx="190440" cy="54000"/>
          </a:xfrm>
        </p:grpSpPr>
        <p:sp>
          <p:nvSpPr>
            <p:cNvPr id="395" name="Line 146"/>
            <p:cNvSpPr/>
            <p:nvPr/>
          </p:nvSpPr>
          <p:spPr>
            <a:xfrm flipV="1">
              <a:off x="5598000" y="25326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96" name="Line 147"/>
            <p:cNvSpPr/>
            <p:nvPr/>
          </p:nvSpPr>
          <p:spPr>
            <a:xfrm flipV="1">
              <a:off x="5659560" y="25326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97" name="Line 148"/>
            <p:cNvSpPr/>
            <p:nvPr/>
          </p:nvSpPr>
          <p:spPr>
            <a:xfrm flipV="1">
              <a:off x="5724000" y="25326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98" name="Line 149"/>
            <p:cNvSpPr/>
            <p:nvPr/>
          </p:nvSpPr>
          <p:spPr>
            <a:xfrm flipV="1">
              <a:off x="5788080" y="25326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399" name="Table 150"/>
          <p:cNvGraphicFramePr/>
          <p:nvPr/>
        </p:nvGraphicFramePr>
        <p:xfrm>
          <a:off x="5728320" y="2188800"/>
          <a:ext cx="1335600" cy="306720"/>
        </p:xfrm>
        <a:graphic>
          <a:graphicData uri="http://schemas.openxmlformats.org/drawingml/2006/table">
            <a:tbl>
              <a:tblPr/>
              <a:tblGrid>
                <a:gridCol w="133596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12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5543"/>
                    </a:solidFill>
                  </a:tcPr>
                </a:tc>
              </a:tr>
            </a:tbl>
          </a:graphicData>
        </a:graphic>
      </p:graphicFrame>
      <p:sp>
        <p:nvSpPr>
          <p:cNvPr id="400" name="CustomShape 151"/>
          <p:cNvSpPr/>
          <p:nvPr/>
        </p:nvSpPr>
        <p:spPr>
          <a:xfrm>
            <a:off x="5586840" y="252504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63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01" name="CustomShape 152"/>
          <p:cNvSpPr/>
          <p:nvPr/>
        </p:nvSpPr>
        <p:spPr>
          <a:xfrm>
            <a:off x="6932160" y="252504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85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02" name="CustomShape 153"/>
          <p:cNvSpPr/>
          <p:nvPr/>
        </p:nvSpPr>
        <p:spPr>
          <a:xfrm>
            <a:off x="1769760" y="2525040"/>
            <a:ext cx="24444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03" name="CustomShape 154"/>
          <p:cNvSpPr/>
          <p:nvPr/>
        </p:nvSpPr>
        <p:spPr>
          <a:xfrm>
            <a:off x="5239800" y="1896120"/>
            <a:ext cx="38340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6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04" name="CustomShape 155"/>
          <p:cNvSpPr/>
          <p:nvPr/>
        </p:nvSpPr>
        <p:spPr>
          <a:xfrm>
            <a:off x="6216120" y="1896120"/>
            <a:ext cx="38340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7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405" name="Group 156"/>
          <p:cNvGrpSpPr/>
          <p:nvPr/>
        </p:nvGrpSpPr>
        <p:grpSpPr>
          <a:xfrm>
            <a:off x="1886400" y="3243240"/>
            <a:ext cx="6096600" cy="54000"/>
            <a:chOff x="1886400" y="3243240"/>
            <a:chExt cx="6096600" cy="54000"/>
          </a:xfrm>
        </p:grpSpPr>
        <p:sp>
          <p:nvSpPr>
            <p:cNvPr id="406" name="Line 157"/>
            <p:cNvSpPr/>
            <p:nvPr/>
          </p:nvSpPr>
          <p:spPr>
            <a:xfrm>
              <a:off x="1886400" y="3249360"/>
              <a:ext cx="609624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7" name="Line 158"/>
            <p:cNvSpPr/>
            <p:nvPr/>
          </p:nvSpPr>
          <p:spPr>
            <a:xfrm flipV="1">
              <a:off x="18896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8" name="Line 159"/>
            <p:cNvSpPr/>
            <p:nvPr/>
          </p:nvSpPr>
          <p:spPr>
            <a:xfrm flipV="1">
              <a:off x="219132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9" name="Line 160"/>
            <p:cNvSpPr/>
            <p:nvPr/>
          </p:nvSpPr>
          <p:spPr>
            <a:xfrm flipV="1">
              <a:off x="249372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10" name="Line 161"/>
            <p:cNvSpPr/>
            <p:nvPr/>
          </p:nvSpPr>
          <p:spPr>
            <a:xfrm flipV="1">
              <a:off x="279612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11" name="Line 162"/>
            <p:cNvSpPr/>
            <p:nvPr/>
          </p:nvSpPr>
          <p:spPr>
            <a:xfrm flipV="1">
              <a:off x="340920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12" name="Line 163"/>
            <p:cNvSpPr/>
            <p:nvPr/>
          </p:nvSpPr>
          <p:spPr>
            <a:xfrm flipV="1">
              <a:off x="43268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13" name="Line 164"/>
            <p:cNvSpPr/>
            <p:nvPr/>
          </p:nvSpPr>
          <p:spPr>
            <a:xfrm flipV="1">
              <a:off x="402192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14" name="Line 165"/>
            <p:cNvSpPr/>
            <p:nvPr/>
          </p:nvSpPr>
          <p:spPr>
            <a:xfrm flipV="1">
              <a:off x="37166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15" name="Line 166"/>
            <p:cNvSpPr/>
            <p:nvPr/>
          </p:nvSpPr>
          <p:spPr>
            <a:xfrm flipV="1">
              <a:off x="31046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16" name="Line 167"/>
            <p:cNvSpPr/>
            <p:nvPr/>
          </p:nvSpPr>
          <p:spPr>
            <a:xfrm flipV="1">
              <a:off x="493668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17" name="Line 168"/>
            <p:cNvSpPr/>
            <p:nvPr/>
          </p:nvSpPr>
          <p:spPr>
            <a:xfrm flipV="1">
              <a:off x="462816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18" name="Line 169"/>
            <p:cNvSpPr/>
            <p:nvPr/>
          </p:nvSpPr>
          <p:spPr>
            <a:xfrm flipV="1">
              <a:off x="523800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19" name="Line 170"/>
            <p:cNvSpPr/>
            <p:nvPr/>
          </p:nvSpPr>
          <p:spPr>
            <a:xfrm flipV="1">
              <a:off x="615528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20" name="Line 171"/>
            <p:cNvSpPr/>
            <p:nvPr/>
          </p:nvSpPr>
          <p:spPr>
            <a:xfrm flipV="1">
              <a:off x="646128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21" name="Line 172"/>
            <p:cNvSpPr/>
            <p:nvPr/>
          </p:nvSpPr>
          <p:spPr>
            <a:xfrm flipV="1">
              <a:off x="67640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22" name="Line 173"/>
            <p:cNvSpPr/>
            <p:nvPr/>
          </p:nvSpPr>
          <p:spPr>
            <a:xfrm flipV="1">
              <a:off x="70700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23" name="Line 174"/>
            <p:cNvSpPr/>
            <p:nvPr/>
          </p:nvSpPr>
          <p:spPr>
            <a:xfrm flipV="1">
              <a:off x="73724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24" name="Line 175"/>
            <p:cNvSpPr/>
            <p:nvPr/>
          </p:nvSpPr>
          <p:spPr>
            <a:xfrm flipV="1">
              <a:off x="76784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25" name="Line 176"/>
            <p:cNvSpPr/>
            <p:nvPr/>
          </p:nvSpPr>
          <p:spPr>
            <a:xfrm flipV="1">
              <a:off x="79826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26" name="Line 177"/>
            <p:cNvSpPr/>
            <p:nvPr/>
          </p:nvSpPr>
          <p:spPr>
            <a:xfrm flipV="1">
              <a:off x="554400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27" name="Line 178"/>
            <p:cNvSpPr/>
            <p:nvPr/>
          </p:nvSpPr>
          <p:spPr>
            <a:xfrm flipV="1">
              <a:off x="584640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428" name="Group 179"/>
          <p:cNvGrpSpPr/>
          <p:nvPr/>
        </p:nvGrpSpPr>
        <p:grpSpPr>
          <a:xfrm>
            <a:off x="2244240" y="3245760"/>
            <a:ext cx="190440" cy="54000"/>
            <a:chOff x="2244240" y="3245760"/>
            <a:chExt cx="190440" cy="54000"/>
          </a:xfrm>
        </p:grpSpPr>
        <p:sp>
          <p:nvSpPr>
            <p:cNvPr id="429" name="Line 180"/>
            <p:cNvSpPr/>
            <p:nvPr/>
          </p:nvSpPr>
          <p:spPr>
            <a:xfrm flipV="1">
              <a:off x="224424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30" name="Line 181"/>
            <p:cNvSpPr/>
            <p:nvPr/>
          </p:nvSpPr>
          <p:spPr>
            <a:xfrm flipV="1">
              <a:off x="230580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31" name="Line 182"/>
            <p:cNvSpPr/>
            <p:nvPr/>
          </p:nvSpPr>
          <p:spPr>
            <a:xfrm flipV="1">
              <a:off x="237024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32" name="Line 183"/>
            <p:cNvSpPr/>
            <p:nvPr/>
          </p:nvSpPr>
          <p:spPr>
            <a:xfrm flipV="1">
              <a:off x="243432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433" name="Group 184"/>
          <p:cNvGrpSpPr/>
          <p:nvPr/>
        </p:nvGrpSpPr>
        <p:grpSpPr>
          <a:xfrm>
            <a:off x="3469680" y="3247200"/>
            <a:ext cx="190080" cy="54000"/>
            <a:chOff x="3469680" y="3247200"/>
            <a:chExt cx="190080" cy="54000"/>
          </a:xfrm>
        </p:grpSpPr>
        <p:sp>
          <p:nvSpPr>
            <p:cNvPr id="434" name="Line 185"/>
            <p:cNvSpPr/>
            <p:nvPr/>
          </p:nvSpPr>
          <p:spPr>
            <a:xfrm flipV="1">
              <a:off x="3469680" y="32472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35" name="Line 186"/>
            <p:cNvSpPr/>
            <p:nvPr/>
          </p:nvSpPr>
          <p:spPr>
            <a:xfrm flipV="1">
              <a:off x="3530880" y="32472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36" name="Line 187"/>
            <p:cNvSpPr/>
            <p:nvPr/>
          </p:nvSpPr>
          <p:spPr>
            <a:xfrm flipV="1">
              <a:off x="3595320" y="32472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37" name="Line 188"/>
            <p:cNvSpPr/>
            <p:nvPr/>
          </p:nvSpPr>
          <p:spPr>
            <a:xfrm flipV="1">
              <a:off x="3659400" y="32472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438" name="Table 189"/>
          <p:cNvGraphicFramePr/>
          <p:nvPr/>
        </p:nvGraphicFramePr>
        <p:xfrm>
          <a:off x="2305800" y="2900880"/>
          <a:ext cx="1224720" cy="306720"/>
        </p:xfrm>
        <a:graphic>
          <a:graphicData uri="http://schemas.openxmlformats.org/drawingml/2006/table">
            <a:tbl>
              <a:tblPr/>
              <a:tblGrid>
                <a:gridCol w="122508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10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ac090"/>
                    </a:solidFill>
                  </a:tcPr>
                </a:tc>
              </a:tr>
            </a:tbl>
          </a:graphicData>
        </a:graphic>
      </p:graphicFrame>
      <p:sp>
        <p:nvSpPr>
          <p:cNvPr id="439" name="CustomShape 190"/>
          <p:cNvSpPr/>
          <p:nvPr/>
        </p:nvSpPr>
        <p:spPr>
          <a:xfrm>
            <a:off x="3388320" y="323856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27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40" name="CustomShape 191"/>
          <p:cNvSpPr/>
          <p:nvPr/>
        </p:nvSpPr>
        <p:spPr>
          <a:xfrm>
            <a:off x="2185920" y="3238560"/>
            <a:ext cx="24444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41" name="CustomShape 192"/>
          <p:cNvSpPr/>
          <p:nvPr/>
        </p:nvSpPr>
        <p:spPr>
          <a:xfrm>
            <a:off x="1766880" y="3238560"/>
            <a:ext cx="24444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42" name="CustomShape 193"/>
          <p:cNvSpPr/>
          <p:nvPr/>
        </p:nvSpPr>
        <p:spPr>
          <a:xfrm>
            <a:off x="4978080" y="323856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53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43" name="CustomShape 194"/>
          <p:cNvSpPr/>
          <p:nvPr/>
        </p:nvSpPr>
        <p:spPr>
          <a:xfrm>
            <a:off x="6627960" y="323856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80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444" name="Group 195"/>
          <p:cNvGrpSpPr/>
          <p:nvPr/>
        </p:nvGrpSpPr>
        <p:grpSpPr>
          <a:xfrm>
            <a:off x="4995360" y="3245760"/>
            <a:ext cx="190080" cy="54000"/>
            <a:chOff x="4995360" y="3245760"/>
            <a:chExt cx="190080" cy="54000"/>
          </a:xfrm>
        </p:grpSpPr>
        <p:sp>
          <p:nvSpPr>
            <p:cNvPr id="445" name="Line 196"/>
            <p:cNvSpPr/>
            <p:nvPr/>
          </p:nvSpPr>
          <p:spPr>
            <a:xfrm flipV="1">
              <a:off x="499536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46" name="Line 197"/>
            <p:cNvSpPr/>
            <p:nvPr/>
          </p:nvSpPr>
          <p:spPr>
            <a:xfrm flipV="1">
              <a:off x="505656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47" name="Line 198"/>
            <p:cNvSpPr/>
            <p:nvPr/>
          </p:nvSpPr>
          <p:spPr>
            <a:xfrm flipV="1">
              <a:off x="512100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48" name="Line 199"/>
            <p:cNvSpPr/>
            <p:nvPr/>
          </p:nvSpPr>
          <p:spPr>
            <a:xfrm flipV="1">
              <a:off x="518508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449" name="Table 200"/>
          <p:cNvGraphicFramePr/>
          <p:nvPr/>
        </p:nvGraphicFramePr>
        <p:xfrm>
          <a:off x="3530880" y="2902320"/>
          <a:ext cx="1580760" cy="306720"/>
        </p:xfrm>
        <a:graphic>
          <a:graphicData uri="http://schemas.openxmlformats.org/drawingml/2006/table">
            <a:tbl>
              <a:tblPr/>
              <a:tblGrid>
                <a:gridCol w="158112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6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bfbfb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0" name="Table 201"/>
          <p:cNvGraphicFramePr/>
          <p:nvPr/>
        </p:nvGraphicFramePr>
        <p:xfrm>
          <a:off x="5114160" y="2900880"/>
          <a:ext cx="1654920" cy="306720"/>
        </p:xfrm>
        <a:graphic>
          <a:graphicData uri="http://schemas.openxmlformats.org/drawingml/2006/table">
            <a:tbl>
              <a:tblPr/>
              <a:tblGrid>
                <a:gridCol w="165528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4,  1,  2,  11,  9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6d9f1"/>
                    </a:solidFill>
                  </a:tcPr>
                </a:tc>
              </a:tr>
            </a:tbl>
          </a:graphicData>
        </a:graphic>
      </p:graphicFrame>
      <p:sp>
        <p:nvSpPr>
          <p:cNvPr id="451" name="CustomShape 202"/>
          <p:cNvSpPr/>
          <p:nvPr/>
        </p:nvSpPr>
        <p:spPr>
          <a:xfrm>
            <a:off x="2768760" y="2615400"/>
            <a:ext cx="3405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52" name="CustomShape 203"/>
          <p:cNvSpPr/>
          <p:nvPr/>
        </p:nvSpPr>
        <p:spPr>
          <a:xfrm>
            <a:off x="4176000" y="2615400"/>
            <a:ext cx="3405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4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53" name="CustomShape 204"/>
          <p:cNvSpPr/>
          <p:nvPr/>
        </p:nvSpPr>
        <p:spPr>
          <a:xfrm>
            <a:off x="5760360" y="2615400"/>
            <a:ext cx="38340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5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54" name="CustomShape 205"/>
          <p:cNvSpPr/>
          <p:nvPr/>
        </p:nvSpPr>
        <p:spPr>
          <a:xfrm>
            <a:off x="1634400" y="2224800"/>
            <a:ext cx="3603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55" name="CustomShape 206"/>
          <p:cNvSpPr/>
          <p:nvPr/>
        </p:nvSpPr>
        <p:spPr>
          <a:xfrm>
            <a:off x="1634400" y="2942280"/>
            <a:ext cx="3603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456" name="Group 207"/>
          <p:cNvGrpSpPr/>
          <p:nvPr/>
        </p:nvGrpSpPr>
        <p:grpSpPr>
          <a:xfrm>
            <a:off x="1886760" y="4166640"/>
            <a:ext cx="6096600" cy="54000"/>
            <a:chOff x="1886760" y="4166640"/>
            <a:chExt cx="6096600" cy="54000"/>
          </a:xfrm>
        </p:grpSpPr>
        <p:sp>
          <p:nvSpPr>
            <p:cNvPr id="457" name="Line 208"/>
            <p:cNvSpPr/>
            <p:nvPr/>
          </p:nvSpPr>
          <p:spPr>
            <a:xfrm>
              <a:off x="1886760" y="4172760"/>
              <a:ext cx="609624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8" name="Line 209"/>
            <p:cNvSpPr/>
            <p:nvPr/>
          </p:nvSpPr>
          <p:spPr>
            <a:xfrm flipV="1">
              <a:off x="188964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9" name="Line 210"/>
            <p:cNvSpPr/>
            <p:nvPr/>
          </p:nvSpPr>
          <p:spPr>
            <a:xfrm flipV="1">
              <a:off x="219168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0" name="Line 211"/>
            <p:cNvSpPr/>
            <p:nvPr/>
          </p:nvSpPr>
          <p:spPr>
            <a:xfrm flipV="1">
              <a:off x="249372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1" name="Line 212"/>
            <p:cNvSpPr/>
            <p:nvPr/>
          </p:nvSpPr>
          <p:spPr>
            <a:xfrm flipV="1">
              <a:off x="279648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2" name="Line 213"/>
            <p:cNvSpPr/>
            <p:nvPr/>
          </p:nvSpPr>
          <p:spPr>
            <a:xfrm flipV="1">
              <a:off x="340956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3" name="Line 214"/>
            <p:cNvSpPr/>
            <p:nvPr/>
          </p:nvSpPr>
          <p:spPr>
            <a:xfrm flipV="1">
              <a:off x="432720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4" name="Line 215"/>
            <p:cNvSpPr/>
            <p:nvPr/>
          </p:nvSpPr>
          <p:spPr>
            <a:xfrm flipV="1">
              <a:off x="402228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5" name="Line 216"/>
            <p:cNvSpPr/>
            <p:nvPr/>
          </p:nvSpPr>
          <p:spPr>
            <a:xfrm flipV="1">
              <a:off x="371700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6" name="Line 217"/>
            <p:cNvSpPr/>
            <p:nvPr/>
          </p:nvSpPr>
          <p:spPr>
            <a:xfrm flipV="1">
              <a:off x="310464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7" name="Line 218"/>
            <p:cNvSpPr/>
            <p:nvPr/>
          </p:nvSpPr>
          <p:spPr>
            <a:xfrm flipV="1">
              <a:off x="493704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8" name="Line 219"/>
            <p:cNvSpPr/>
            <p:nvPr/>
          </p:nvSpPr>
          <p:spPr>
            <a:xfrm flipV="1">
              <a:off x="462852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9" name="Line 220"/>
            <p:cNvSpPr/>
            <p:nvPr/>
          </p:nvSpPr>
          <p:spPr>
            <a:xfrm flipV="1">
              <a:off x="523836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70" name="Line 221"/>
            <p:cNvSpPr/>
            <p:nvPr/>
          </p:nvSpPr>
          <p:spPr>
            <a:xfrm flipV="1">
              <a:off x="615564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71" name="Line 222"/>
            <p:cNvSpPr/>
            <p:nvPr/>
          </p:nvSpPr>
          <p:spPr>
            <a:xfrm flipV="1">
              <a:off x="646164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72" name="Line 223"/>
            <p:cNvSpPr/>
            <p:nvPr/>
          </p:nvSpPr>
          <p:spPr>
            <a:xfrm flipV="1">
              <a:off x="676404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73" name="Line 224"/>
            <p:cNvSpPr/>
            <p:nvPr/>
          </p:nvSpPr>
          <p:spPr>
            <a:xfrm flipV="1">
              <a:off x="707040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74" name="Line 225"/>
            <p:cNvSpPr/>
            <p:nvPr/>
          </p:nvSpPr>
          <p:spPr>
            <a:xfrm flipV="1">
              <a:off x="737280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75" name="Line 226"/>
            <p:cNvSpPr/>
            <p:nvPr/>
          </p:nvSpPr>
          <p:spPr>
            <a:xfrm flipV="1">
              <a:off x="767880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76" name="Line 227"/>
            <p:cNvSpPr/>
            <p:nvPr/>
          </p:nvSpPr>
          <p:spPr>
            <a:xfrm flipV="1">
              <a:off x="798300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77" name="Line 228"/>
            <p:cNvSpPr/>
            <p:nvPr/>
          </p:nvSpPr>
          <p:spPr>
            <a:xfrm flipV="1">
              <a:off x="554436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78" name="Line 229"/>
            <p:cNvSpPr/>
            <p:nvPr/>
          </p:nvSpPr>
          <p:spPr>
            <a:xfrm flipV="1">
              <a:off x="584676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479" name="Table 230"/>
          <p:cNvGraphicFramePr/>
          <p:nvPr/>
        </p:nvGraphicFramePr>
        <p:xfrm>
          <a:off x="2373840" y="3825000"/>
          <a:ext cx="1038600" cy="306720"/>
        </p:xfrm>
        <a:graphic>
          <a:graphicData uri="http://schemas.openxmlformats.org/drawingml/2006/table">
            <a:tbl>
              <a:tblPr/>
              <a:tblGrid>
                <a:gridCol w="103896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7,  15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cffcc"/>
                    </a:solidFill>
                  </a:tcPr>
                </a:tc>
              </a:tr>
            </a:tbl>
          </a:graphicData>
        </a:graphic>
      </p:graphicFrame>
      <p:grpSp>
        <p:nvGrpSpPr>
          <p:cNvPr id="480" name="Group 231"/>
          <p:cNvGrpSpPr/>
          <p:nvPr/>
        </p:nvGrpSpPr>
        <p:grpSpPr>
          <a:xfrm>
            <a:off x="2247480" y="4169520"/>
            <a:ext cx="190440" cy="54000"/>
            <a:chOff x="2247480" y="4169520"/>
            <a:chExt cx="190440" cy="54000"/>
          </a:xfrm>
        </p:grpSpPr>
        <p:sp>
          <p:nvSpPr>
            <p:cNvPr id="481" name="Line 232"/>
            <p:cNvSpPr/>
            <p:nvPr/>
          </p:nvSpPr>
          <p:spPr>
            <a:xfrm flipV="1">
              <a:off x="2247480" y="416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82" name="Line 233"/>
            <p:cNvSpPr/>
            <p:nvPr/>
          </p:nvSpPr>
          <p:spPr>
            <a:xfrm flipV="1">
              <a:off x="2309040" y="416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83" name="Line 234"/>
            <p:cNvSpPr/>
            <p:nvPr/>
          </p:nvSpPr>
          <p:spPr>
            <a:xfrm flipV="1">
              <a:off x="2373480" y="416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84" name="Line 235"/>
            <p:cNvSpPr/>
            <p:nvPr/>
          </p:nvSpPr>
          <p:spPr>
            <a:xfrm flipV="1">
              <a:off x="2437560" y="416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485" name="CustomShape 236"/>
          <p:cNvSpPr/>
          <p:nvPr/>
        </p:nvSpPr>
        <p:spPr>
          <a:xfrm>
            <a:off x="2729520" y="3532320"/>
            <a:ext cx="3405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86" name="CustomShape 237"/>
          <p:cNvSpPr/>
          <p:nvPr/>
        </p:nvSpPr>
        <p:spPr>
          <a:xfrm>
            <a:off x="2260440" y="4161600"/>
            <a:ext cx="24444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8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87" name="CustomShape 238"/>
          <p:cNvSpPr/>
          <p:nvPr/>
        </p:nvSpPr>
        <p:spPr>
          <a:xfrm>
            <a:off x="3263760" y="416160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25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488" name="Table 239"/>
          <p:cNvGraphicFramePr/>
          <p:nvPr/>
        </p:nvGraphicFramePr>
        <p:xfrm>
          <a:off x="3409920" y="3827160"/>
          <a:ext cx="1706400" cy="306720"/>
        </p:xfrm>
        <a:graphic>
          <a:graphicData uri="http://schemas.openxmlformats.org/drawingml/2006/table">
            <a:tbl>
              <a:tblPr/>
              <a:tblGrid>
                <a:gridCol w="170676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14,  8,  </a:t>
                      </a:r>
                      <a:r>
                        <a:rPr b="1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13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75f"/>
                    </a:solidFill>
                  </a:tcPr>
                </a:tc>
              </a:tr>
            </a:tbl>
          </a:graphicData>
        </a:graphic>
      </p:graphicFrame>
      <p:grpSp>
        <p:nvGrpSpPr>
          <p:cNvPr id="489" name="Group 240"/>
          <p:cNvGrpSpPr/>
          <p:nvPr/>
        </p:nvGrpSpPr>
        <p:grpSpPr>
          <a:xfrm>
            <a:off x="4990680" y="4167000"/>
            <a:ext cx="190080" cy="54000"/>
            <a:chOff x="4990680" y="4167000"/>
            <a:chExt cx="190080" cy="54000"/>
          </a:xfrm>
        </p:grpSpPr>
        <p:sp>
          <p:nvSpPr>
            <p:cNvPr id="490" name="Line 241"/>
            <p:cNvSpPr/>
            <p:nvPr/>
          </p:nvSpPr>
          <p:spPr>
            <a:xfrm flipV="1">
              <a:off x="4990680" y="41670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91" name="Line 242"/>
            <p:cNvSpPr/>
            <p:nvPr/>
          </p:nvSpPr>
          <p:spPr>
            <a:xfrm flipV="1">
              <a:off x="5051880" y="41670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92" name="Line 243"/>
            <p:cNvSpPr/>
            <p:nvPr/>
          </p:nvSpPr>
          <p:spPr>
            <a:xfrm flipV="1">
              <a:off x="5116320" y="41670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93" name="Line 244"/>
            <p:cNvSpPr/>
            <p:nvPr/>
          </p:nvSpPr>
          <p:spPr>
            <a:xfrm flipV="1">
              <a:off x="5180400" y="41670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494" name="CustomShape 245"/>
          <p:cNvSpPr/>
          <p:nvPr/>
        </p:nvSpPr>
        <p:spPr>
          <a:xfrm>
            <a:off x="4155840" y="3532320"/>
            <a:ext cx="3405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95" name="CustomShape 246"/>
          <p:cNvSpPr/>
          <p:nvPr/>
        </p:nvSpPr>
        <p:spPr>
          <a:xfrm>
            <a:off x="4971600" y="416160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53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496" name="Table 247"/>
          <p:cNvGraphicFramePr/>
          <p:nvPr/>
        </p:nvGraphicFramePr>
        <p:xfrm>
          <a:off x="5115600" y="3825720"/>
          <a:ext cx="914400" cy="306720"/>
        </p:xfrm>
        <a:graphic>
          <a:graphicData uri="http://schemas.openxmlformats.org/drawingml/2006/table">
            <a:tbl>
              <a:tblPr/>
              <a:tblGrid>
                <a:gridCol w="91476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5,  </a:t>
                      </a:r>
                      <a:r>
                        <a:rPr b="1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3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558ed5"/>
                    </a:solidFill>
                  </a:tcPr>
                </a:tc>
              </a:tr>
            </a:tbl>
          </a:graphicData>
        </a:graphic>
      </p:graphicFrame>
      <p:grpSp>
        <p:nvGrpSpPr>
          <p:cNvPr id="497" name="Group 248"/>
          <p:cNvGrpSpPr/>
          <p:nvPr/>
        </p:nvGrpSpPr>
        <p:grpSpPr>
          <a:xfrm>
            <a:off x="5904720" y="4168800"/>
            <a:ext cx="190080" cy="54000"/>
            <a:chOff x="5904720" y="4168800"/>
            <a:chExt cx="190080" cy="54000"/>
          </a:xfrm>
        </p:grpSpPr>
        <p:sp>
          <p:nvSpPr>
            <p:cNvPr id="498" name="Line 249"/>
            <p:cNvSpPr/>
            <p:nvPr/>
          </p:nvSpPr>
          <p:spPr>
            <a:xfrm flipV="1">
              <a:off x="5904720" y="4168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99" name="Line 250"/>
            <p:cNvSpPr/>
            <p:nvPr/>
          </p:nvSpPr>
          <p:spPr>
            <a:xfrm flipV="1">
              <a:off x="5965920" y="4168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0" name="Line 251"/>
            <p:cNvSpPr/>
            <p:nvPr/>
          </p:nvSpPr>
          <p:spPr>
            <a:xfrm flipV="1">
              <a:off x="6030360" y="4168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1" name="Line 252"/>
            <p:cNvSpPr/>
            <p:nvPr/>
          </p:nvSpPr>
          <p:spPr>
            <a:xfrm flipV="1">
              <a:off x="6094440" y="4168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502" name="Table 253"/>
          <p:cNvGraphicFramePr/>
          <p:nvPr/>
        </p:nvGraphicFramePr>
        <p:xfrm>
          <a:off x="6031440" y="3825000"/>
          <a:ext cx="1335600" cy="306720"/>
        </p:xfrm>
        <a:graphic>
          <a:graphicData uri="http://schemas.openxmlformats.org/drawingml/2006/table">
            <a:tbl>
              <a:tblPr/>
              <a:tblGrid>
                <a:gridCol w="133596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12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5543"/>
                    </a:solidFill>
                  </a:tcPr>
                </a:tc>
              </a:tr>
            </a:tbl>
          </a:graphicData>
        </a:graphic>
      </p:graphicFrame>
      <p:sp>
        <p:nvSpPr>
          <p:cNvPr id="503" name="CustomShape 254"/>
          <p:cNvSpPr/>
          <p:nvPr/>
        </p:nvSpPr>
        <p:spPr>
          <a:xfrm>
            <a:off x="5885640" y="416160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68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04" name="CustomShape 255"/>
          <p:cNvSpPr/>
          <p:nvPr/>
        </p:nvSpPr>
        <p:spPr>
          <a:xfrm>
            <a:off x="7228440" y="416160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90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05" name="CustomShape 256"/>
          <p:cNvSpPr/>
          <p:nvPr/>
        </p:nvSpPr>
        <p:spPr>
          <a:xfrm>
            <a:off x="1773000" y="4161600"/>
            <a:ext cx="24444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06" name="CustomShape 257"/>
          <p:cNvSpPr/>
          <p:nvPr/>
        </p:nvSpPr>
        <p:spPr>
          <a:xfrm>
            <a:off x="5399640" y="3532320"/>
            <a:ext cx="38340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6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07" name="CustomShape 258"/>
          <p:cNvSpPr/>
          <p:nvPr/>
        </p:nvSpPr>
        <p:spPr>
          <a:xfrm>
            <a:off x="6536160" y="3532320"/>
            <a:ext cx="38340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7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508" name="Group 259"/>
          <p:cNvGrpSpPr/>
          <p:nvPr/>
        </p:nvGrpSpPr>
        <p:grpSpPr>
          <a:xfrm>
            <a:off x="1889640" y="4879440"/>
            <a:ext cx="6096600" cy="54000"/>
            <a:chOff x="1889640" y="4879440"/>
            <a:chExt cx="6096600" cy="54000"/>
          </a:xfrm>
        </p:grpSpPr>
        <p:sp>
          <p:nvSpPr>
            <p:cNvPr id="509" name="Line 260"/>
            <p:cNvSpPr/>
            <p:nvPr/>
          </p:nvSpPr>
          <p:spPr>
            <a:xfrm>
              <a:off x="1889640" y="4885560"/>
              <a:ext cx="609624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0" name="Line 261"/>
            <p:cNvSpPr/>
            <p:nvPr/>
          </p:nvSpPr>
          <p:spPr>
            <a:xfrm flipV="1">
              <a:off x="18928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1" name="Line 262"/>
            <p:cNvSpPr/>
            <p:nvPr/>
          </p:nvSpPr>
          <p:spPr>
            <a:xfrm flipV="1">
              <a:off x="219456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2" name="Line 263"/>
            <p:cNvSpPr/>
            <p:nvPr/>
          </p:nvSpPr>
          <p:spPr>
            <a:xfrm flipV="1">
              <a:off x="249696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3" name="Line 264"/>
            <p:cNvSpPr/>
            <p:nvPr/>
          </p:nvSpPr>
          <p:spPr>
            <a:xfrm flipV="1">
              <a:off x="279936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4" name="Line 265"/>
            <p:cNvSpPr/>
            <p:nvPr/>
          </p:nvSpPr>
          <p:spPr>
            <a:xfrm flipV="1">
              <a:off x="341244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5" name="Line 266"/>
            <p:cNvSpPr/>
            <p:nvPr/>
          </p:nvSpPr>
          <p:spPr>
            <a:xfrm flipV="1">
              <a:off x="43300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6" name="Line 267"/>
            <p:cNvSpPr/>
            <p:nvPr/>
          </p:nvSpPr>
          <p:spPr>
            <a:xfrm flipV="1">
              <a:off x="402516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7" name="Line 268"/>
            <p:cNvSpPr/>
            <p:nvPr/>
          </p:nvSpPr>
          <p:spPr>
            <a:xfrm flipV="1">
              <a:off x="37198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8" name="Line 269"/>
            <p:cNvSpPr/>
            <p:nvPr/>
          </p:nvSpPr>
          <p:spPr>
            <a:xfrm flipV="1">
              <a:off x="31078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9" name="Line 270"/>
            <p:cNvSpPr/>
            <p:nvPr/>
          </p:nvSpPr>
          <p:spPr>
            <a:xfrm flipV="1">
              <a:off x="49402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20" name="Line 271"/>
            <p:cNvSpPr/>
            <p:nvPr/>
          </p:nvSpPr>
          <p:spPr>
            <a:xfrm flipV="1">
              <a:off x="463140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21" name="Line 272"/>
            <p:cNvSpPr/>
            <p:nvPr/>
          </p:nvSpPr>
          <p:spPr>
            <a:xfrm flipV="1">
              <a:off x="524124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22" name="Line 273"/>
            <p:cNvSpPr/>
            <p:nvPr/>
          </p:nvSpPr>
          <p:spPr>
            <a:xfrm flipV="1">
              <a:off x="615852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23" name="Line 274"/>
            <p:cNvSpPr/>
            <p:nvPr/>
          </p:nvSpPr>
          <p:spPr>
            <a:xfrm flipV="1">
              <a:off x="64648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24" name="Line 275"/>
            <p:cNvSpPr/>
            <p:nvPr/>
          </p:nvSpPr>
          <p:spPr>
            <a:xfrm flipV="1">
              <a:off x="67672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25" name="Line 276"/>
            <p:cNvSpPr/>
            <p:nvPr/>
          </p:nvSpPr>
          <p:spPr>
            <a:xfrm flipV="1">
              <a:off x="70732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26" name="Line 277"/>
            <p:cNvSpPr/>
            <p:nvPr/>
          </p:nvSpPr>
          <p:spPr>
            <a:xfrm flipV="1">
              <a:off x="73756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27" name="Line 278"/>
            <p:cNvSpPr/>
            <p:nvPr/>
          </p:nvSpPr>
          <p:spPr>
            <a:xfrm flipV="1">
              <a:off x="768204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28" name="Line 279"/>
            <p:cNvSpPr/>
            <p:nvPr/>
          </p:nvSpPr>
          <p:spPr>
            <a:xfrm flipV="1">
              <a:off x="79858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29" name="Line 280"/>
            <p:cNvSpPr/>
            <p:nvPr/>
          </p:nvSpPr>
          <p:spPr>
            <a:xfrm flipV="1">
              <a:off x="554724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30" name="Line 281"/>
            <p:cNvSpPr/>
            <p:nvPr/>
          </p:nvSpPr>
          <p:spPr>
            <a:xfrm flipV="1">
              <a:off x="585000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531" name="Group 282"/>
          <p:cNvGrpSpPr/>
          <p:nvPr/>
        </p:nvGrpSpPr>
        <p:grpSpPr>
          <a:xfrm>
            <a:off x="2247480" y="4881960"/>
            <a:ext cx="190440" cy="54000"/>
            <a:chOff x="2247480" y="4881960"/>
            <a:chExt cx="190440" cy="54000"/>
          </a:xfrm>
        </p:grpSpPr>
        <p:sp>
          <p:nvSpPr>
            <p:cNvPr id="532" name="Line 283"/>
            <p:cNvSpPr/>
            <p:nvPr/>
          </p:nvSpPr>
          <p:spPr>
            <a:xfrm flipV="1">
              <a:off x="224748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33" name="Line 284"/>
            <p:cNvSpPr/>
            <p:nvPr/>
          </p:nvSpPr>
          <p:spPr>
            <a:xfrm flipV="1">
              <a:off x="230904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34" name="Line 285"/>
            <p:cNvSpPr/>
            <p:nvPr/>
          </p:nvSpPr>
          <p:spPr>
            <a:xfrm flipV="1">
              <a:off x="237348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35" name="Line 286"/>
            <p:cNvSpPr/>
            <p:nvPr/>
          </p:nvSpPr>
          <p:spPr>
            <a:xfrm flipV="1">
              <a:off x="243756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536" name="Group 287"/>
          <p:cNvGrpSpPr/>
          <p:nvPr/>
        </p:nvGrpSpPr>
        <p:grpSpPr>
          <a:xfrm>
            <a:off x="3472200" y="4883400"/>
            <a:ext cx="190800" cy="54000"/>
            <a:chOff x="3472200" y="4883400"/>
            <a:chExt cx="190800" cy="54000"/>
          </a:xfrm>
        </p:grpSpPr>
        <p:sp>
          <p:nvSpPr>
            <p:cNvPr id="537" name="Line 288"/>
            <p:cNvSpPr/>
            <p:nvPr/>
          </p:nvSpPr>
          <p:spPr>
            <a:xfrm flipV="1">
              <a:off x="3472200" y="4883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38" name="Line 289"/>
            <p:cNvSpPr/>
            <p:nvPr/>
          </p:nvSpPr>
          <p:spPr>
            <a:xfrm flipV="1">
              <a:off x="3533400" y="4883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39" name="Line 290"/>
            <p:cNvSpPr/>
            <p:nvPr/>
          </p:nvSpPr>
          <p:spPr>
            <a:xfrm flipV="1">
              <a:off x="3597840" y="4883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40" name="Line 291"/>
            <p:cNvSpPr/>
            <p:nvPr/>
          </p:nvSpPr>
          <p:spPr>
            <a:xfrm flipV="1">
              <a:off x="3662640" y="4883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541" name="Table 292"/>
          <p:cNvGraphicFramePr/>
          <p:nvPr/>
        </p:nvGraphicFramePr>
        <p:xfrm>
          <a:off x="2309040" y="4537080"/>
          <a:ext cx="1224720" cy="306720"/>
        </p:xfrm>
        <a:graphic>
          <a:graphicData uri="http://schemas.openxmlformats.org/drawingml/2006/table">
            <a:tbl>
              <a:tblPr/>
              <a:tblGrid>
                <a:gridCol w="122508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10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ac090"/>
                    </a:solidFill>
                  </a:tcPr>
                </a:tc>
              </a:tr>
            </a:tbl>
          </a:graphicData>
        </a:graphic>
      </p:graphicFrame>
      <p:sp>
        <p:nvSpPr>
          <p:cNvPr id="542" name="CustomShape 293"/>
          <p:cNvSpPr/>
          <p:nvPr/>
        </p:nvSpPr>
        <p:spPr>
          <a:xfrm>
            <a:off x="3391560" y="487476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27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43" name="CustomShape 294"/>
          <p:cNvSpPr/>
          <p:nvPr/>
        </p:nvSpPr>
        <p:spPr>
          <a:xfrm>
            <a:off x="2189160" y="4874760"/>
            <a:ext cx="24444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44" name="CustomShape 295"/>
          <p:cNvSpPr/>
          <p:nvPr/>
        </p:nvSpPr>
        <p:spPr>
          <a:xfrm>
            <a:off x="1770120" y="4874760"/>
            <a:ext cx="24444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45" name="CustomShape 296"/>
          <p:cNvSpPr/>
          <p:nvPr/>
        </p:nvSpPr>
        <p:spPr>
          <a:xfrm>
            <a:off x="4981320" y="487476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53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46" name="CustomShape 297"/>
          <p:cNvSpPr/>
          <p:nvPr/>
        </p:nvSpPr>
        <p:spPr>
          <a:xfrm>
            <a:off x="6631200" y="4874760"/>
            <a:ext cx="308520" cy="2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80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547" name="Group 298"/>
          <p:cNvGrpSpPr/>
          <p:nvPr/>
        </p:nvGrpSpPr>
        <p:grpSpPr>
          <a:xfrm>
            <a:off x="4998240" y="4881960"/>
            <a:ext cx="190080" cy="54000"/>
            <a:chOff x="4998240" y="4881960"/>
            <a:chExt cx="190080" cy="54000"/>
          </a:xfrm>
        </p:grpSpPr>
        <p:sp>
          <p:nvSpPr>
            <p:cNvPr id="548" name="Line 299"/>
            <p:cNvSpPr/>
            <p:nvPr/>
          </p:nvSpPr>
          <p:spPr>
            <a:xfrm flipV="1">
              <a:off x="499824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49" name="Line 300"/>
            <p:cNvSpPr/>
            <p:nvPr/>
          </p:nvSpPr>
          <p:spPr>
            <a:xfrm flipV="1">
              <a:off x="505944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50" name="Line 301"/>
            <p:cNvSpPr/>
            <p:nvPr/>
          </p:nvSpPr>
          <p:spPr>
            <a:xfrm flipV="1">
              <a:off x="512388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51" name="Line 302"/>
            <p:cNvSpPr/>
            <p:nvPr/>
          </p:nvSpPr>
          <p:spPr>
            <a:xfrm flipV="1">
              <a:off x="518796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552" name="Table 303"/>
          <p:cNvGraphicFramePr/>
          <p:nvPr/>
        </p:nvGraphicFramePr>
        <p:xfrm>
          <a:off x="3534120" y="4538520"/>
          <a:ext cx="1580760" cy="306720"/>
        </p:xfrm>
        <a:graphic>
          <a:graphicData uri="http://schemas.openxmlformats.org/drawingml/2006/table">
            <a:tbl>
              <a:tblPr/>
              <a:tblGrid>
                <a:gridCol w="158112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6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bfbfb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3" name="Table 304"/>
          <p:cNvGraphicFramePr/>
          <p:nvPr/>
        </p:nvGraphicFramePr>
        <p:xfrm>
          <a:off x="5117400" y="4537080"/>
          <a:ext cx="1654920" cy="306720"/>
        </p:xfrm>
        <a:graphic>
          <a:graphicData uri="http://schemas.openxmlformats.org/drawingml/2006/table">
            <a:tbl>
              <a:tblPr/>
              <a:tblGrid>
                <a:gridCol w="1655280"/>
              </a:tblGrid>
              <a:tr h="307080">
                <a:tc>
                  <a:txBody>
                    <a:bodyPr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DejaVu Sans"/>
                        </a:rPr>
                        <a:t>4,  1,  2,  11,  9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6d9f1"/>
                    </a:solidFill>
                  </a:tcPr>
                </a:tc>
              </a:tr>
            </a:tbl>
          </a:graphicData>
        </a:graphic>
      </p:graphicFrame>
      <p:sp>
        <p:nvSpPr>
          <p:cNvPr id="554" name="CustomShape 305"/>
          <p:cNvSpPr/>
          <p:nvPr/>
        </p:nvSpPr>
        <p:spPr>
          <a:xfrm>
            <a:off x="2772000" y="4251600"/>
            <a:ext cx="3405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5" name="CustomShape 306"/>
          <p:cNvSpPr/>
          <p:nvPr/>
        </p:nvSpPr>
        <p:spPr>
          <a:xfrm>
            <a:off x="4179240" y="4251600"/>
            <a:ext cx="3405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4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6" name="CustomShape 307"/>
          <p:cNvSpPr/>
          <p:nvPr/>
        </p:nvSpPr>
        <p:spPr>
          <a:xfrm>
            <a:off x="5704920" y="4251600"/>
            <a:ext cx="38340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5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7" name="CustomShape 308"/>
          <p:cNvSpPr/>
          <p:nvPr/>
        </p:nvSpPr>
        <p:spPr>
          <a:xfrm>
            <a:off x="1637640" y="3861000"/>
            <a:ext cx="3603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8" name="CustomShape 309"/>
          <p:cNvSpPr/>
          <p:nvPr/>
        </p:nvSpPr>
        <p:spPr>
          <a:xfrm>
            <a:off x="1637640" y="4578840"/>
            <a:ext cx="360360" cy="331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</p:spTree>
  </p:cSld>
  <p:timing>
    <p:tnLst>
      <p:par>
        <p:cTn id="5" dur="indefinite" restart="never" nodeType="tmRoot">
          <p:childTnLst>
            <p:seq>
              <p:cTn id="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CustomShape 1"/>
          <p:cNvSpPr/>
          <p:nvPr/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  <p:timing>
    <p:tnLst>
      <p:par>
        <p:cTn id="7" dur="indefinite" restart="never" nodeType="tmRoot">
          <p:childTnLst>
            <p:seq>
              <p:cTn id="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984</TotalTime>
  <Application>LibreOffice/6.0.7.3$Linux_X86_64 LibreOffice_project/00m0$Build-3</Application>
  <Words>194</Words>
  <Paragraphs>118</Paragraphs>
  <Company>UFV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2016-11-22T14:51:13Z</dcterms:created>
  <dc:creator>JOSE ELIAS CLAUDIO ARROYO</dc:creator>
  <dc:description/>
  <dc:language>en-US</dc:language>
  <cp:lastModifiedBy/>
  <dcterms:modified xsi:type="dcterms:W3CDTF">2020-04-27T16:05:20Z</dcterms:modified>
  <cp:revision>40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15.0000</vt:lpwstr>
  </property>
  <property fmtid="{D5CDD505-2E9C-101B-9397-08002B2CF9AE}" pid="3" name="Company">
    <vt:lpwstr>UFV</vt:lpwstr>
  </property>
  <property fmtid="{D5CDD505-2E9C-101B-9397-08002B2CF9AE}" pid="4" name="HiddenSlides">
    <vt:i4>0</vt:i4>
  </property>
  <property fmtid="{D5CDD505-2E9C-101B-9397-08002B2CF9AE}" pid="5" name="HyperlinksChanged">
    <vt:bool>0</vt:bool>
  </property>
  <property fmtid="{D5CDD505-2E9C-101B-9397-08002B2CF9AE}" pid="6" name="LinksUpToDate">
    <vt:bool>0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Apresentação na tela (4:3)</vt:lpwstr>
  </property>
  <property fmtid="{D5CDD505-2E9C-101B-9397-08002B2CF9AE}" pid="10" name="ScaleCrop">
    <vt:bool>0</vt:bool>
  </property>
  <property fmtid="{D5CDD505-2E9C-101B-9397-08002B2CF9AE}" pid="11" name="ShareDoc">
    <vt:bool>0</vt:bool>
  </property>
  <property fmtid="{D5CDD505-2E9C-101B-9397-08002B2CF9AE}" pid="12" name="Slides">
    <vt:i4>4</vt:i4>
  </property>
</Properties>
</file>