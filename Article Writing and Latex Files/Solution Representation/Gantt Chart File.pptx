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742" autoAdjust="0"/>
  </p:normalViewPr>
  <p:slideViewPr>
    <p:cSldViewPr snapToGrid="0">
      <p:cViewPr>
        <p:scale>
          <a:sx n="150" d="100"/>
          <a:sy n="150" d="100"/>
        </p:scale>
        <p:origin x="-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1"/>
          <p:cNvGrpSpPr/>
          <p:nvPr/>
        </p:nvGrpSpPr>
        <p:grpSpPr>
          <a:xfrm>
            <a:off x="1890000" y="2549160"/>
            <a:ext cx="6096240" cy="54000"/>
            <a:chOff x="1890000" y="2549160"/>
            <a:chExt cx="6096240" cy="54000"/>
          </a:xfrm>
        </p:grpSpPr>
        <p:sp>
          <p:nvSpPr>
            <p:cNvPr id="39" name="Line 2"/>
            <p:cNvSpPr/>
            <p:nvPr/>
          </p:nvSpPr>
          <p:spPr>
            <a:xfrm>
              <a:off x="1890000" y="2555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" name="Line 3"/>
            <p:cNvSpPr/>
            <p:nvPr/>
          </p:nvSpPr>
          <p:spPr>
            <a:xfrm flipV="1">
              <a:off x="1892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" name="Line 4"/>
            <p:cNvSpPr/>
            <p:nvPr/>
          </p:nvSpPr>
          <p:spPr>
            <a:xfrm flipV="1">
              <a:off x="2194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" name="Line 5"/>
            <p:cNvSpPr/>
            <p:nvPr/>
          </p:nvSpPr>
          <p:spPr>
            <a:xfrm flipV="1">
              <a:off x="2496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" name="Line 6"/>
            <p:cNvSpPr/>
            <p:nvPr/>
          </p:nvSpPr>
          <p:spPr>
            <a:xfrm flipV="1">
              <a:off x="27993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" name="Line 7"/>
            <p:cNvSpPr/>
            <p:nvPr/>
          </p:nvSpPr>
          <p:spPr>
            <a:xfrm flipV="1">
              <a:off x="3412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" name="Line 8"/>
            <p:cNvSpPr/>
            <p:nvPr/>
          </p:nvSpPr>
          <p:spPr>
            <a:xfrm flipV="1">
              <a:off x="43304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" name="Line 9"/>
            <p:cNvSpPr/>
            <p:nvPr/>
          </p:nvSpPr>
          <p:spPr>
            <a:xfrm flipV="1">
              <a:off x="4025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" name="Line 10"/>
            <p:cNvSpPr/>
            <p:nvPr/>
          </p:nvSpPr>
          <p:spPr>
            <a:xfrm flipV="1">
              <a:off x="3720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" name="Line 11"/>
            <p:cNvSpPr/>
            <p:nvPr/>
          </p:nvSpPr>
          <p:spPr>
            <a:xfrm flipV="1">
              <a:off x="3107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" name="Line 12"/>
            <p:cNvSpPr/>
            <p:nvPr/>
          </p:nvSpPr>
          <p:spPr>
            <a:xfrm flipV="1">
              <a:off x="4940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" name="Line 13"/>
            <p:cNvSpPr/>
            <p:nvPr/>
          </p:nvSpPr>
          <p:spPr>
            <a:xfrm flipV="1">
              <a:off x="4631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14"/>
            <p:cNvSpPr/>
            <p:nvPr/>
          </p:nvSpPr>
          <p:spPr>
            <a:xfrm flipV="1">
              <a:off x="524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Line 15"/>
            <p:cNvSpPr/>
            <p:nvPr/>
          </p:nvSpPr>
          <p:spPr>
            <a:xfrm flipV="1">
              <a:off x="6158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" name="Line 16"/>
            <p:cNvSpPr/>
            <p:nvPr/>
          </p:nvSpPr>
          <p:spPr>
            <a:xfrm flipV="1">
              <a:off x="6464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" name="Line 17"/>
            <p:cNvSpPr/>
            <p:nvPr/>
          </p:nvSpPr>
          <p:spPr>
            <a:xfrm flipV="1">
              <a:off x="6767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5" name="Line 18"/>
            <p:cNvSpPr/>
            <p:nvPr/>
          </p:nvSpPr>
          <p:spPr>
            <a:xfrm flipV="1">
              <a:off x="7073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6" name="Line 19"/>
            <p:cNvSpPr/>
            <p:nvPr/>
          </p:nvSpPr>
          <p:spPr>
            <a:xfrm flipV="1">
              <a:off x="7376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7" name="Line 20"/>
            <p:cNvSpPr/>
            <p:nvPr/>
          </p:nvSpPr>
          <p:spPr>
            <a:xfrm flipV="1">
              <a:off x="7682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8" name="Line 21"/>
            <p:cNvSpPr/>
            <p:nvPr/>
          </p:nvSpPr>
          <p:spPr>
            <a:xfrm flipV="1">
              <a:off x="7985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9" name="Line 22"/>
            <p:cNvSpPr/>
            <p:nvPr/>
          </p:nvSpPr>
          <p:spPr>
            <a:xfrm flipV="1">
              <a:off x="55476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0" name="Line 23"/>
            <p:cNvSpPr/>
            <p:nvPr/>
          </p:nvSpPr>
          <p:spPr>
            <a:xfrm flipV="1">
              <a:off x="58500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61" name="Table 24"/>
          <p:cNvGraphicFramePr/>
          <p:nvPr/>
        </p:nvGraphicFramePr>
        <p:xfrm>
          <a:off x="2440800" y="2208240"/>
          <a:ext cx="1278000" cy="307440"/>
        </p:xfrm>
        <a:graphic>
          <a:graphicData uri="http://schemas.openxmlformats.org/drawingml/2006/table">
            <a:tbl>
              <a:tblPr/>
              <a:tblGrid>
                <a:gridCol w="127800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7,  15,  13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2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63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4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7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8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0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1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2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4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5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6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7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8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9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0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1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2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3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4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85" name="Group 48"/>
          <p:cNvGrpSpPr/>
          <p:nvPr/>
        </p:nvGrpSpPr>
        <p:grpSpPr>
          <a:xfrm>
            <a:off x="2250720" y="2552400"/>
            <a:ext cx="190440" cy="54000"/>
            <a:chOff x="2250720" y="2552400"/>
            <a:chExt cx="190440" cy="54000"/>
          </a:xfrm>
        </p:grpSpPr>
        <p:sp>
          <p:nvSpPr>
            <p:cNvPr id="86" name="Line 49"/>
            <p:cNvSpPr/>
            <p:nvPr/>
          </p:nvSpPr>
          <p:spPr>
            <a:xfrm flipV="1">
              <a:off x="2250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7" name="Line 50"/>
            <p:cNvSpPr/>
            <p:nvPr/>
          </p:nvSpPr>
          <p:spPr>
            <a:xfrm flipV="1">
              <a:off x="23119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8" name="Line 51"/>
            <p:cNvSpPr/>
            <p:nvPr/>
          </p:nvSpPr>
          <p:spPr>
            <a:xfrm flipV="1">
              <a:off x="2376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9" name="Line 52"/>
            <p:cNvSpPr/>
            <p:nvPr/>
          </p:nvSpPr>
          <p:spPr>
            <a:xfrm flipV="1">
              <a:off x="244080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0" name="CustomShape 53"/>
          <p:cNvSpPr/>
          <p:nvPr/>
        </p:nvSpPr>
        <p:spPr>
          <a:xfrm>
            <a:off x="2907360" y="1914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1" name="CustomShape 54"/>
          <p:cNvSpPr/>
          <p:nvPr/>
        </p:nvSpPr>
        <p:spPr>
          <a:xfrm>
            <a:off x="232668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2" name="CustomShape 55"/>
          <p:cNvSpPr/>
          <p:nvPr/>
        </p:nvSpPr>
        <p:spPr>
          <a:xfrm>
            <a:off x="356868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93" name="Table 56"/>
          <p:cNvGraphicFramePr/>
          <p:nvPr/>
        </p:nvGraphicFramePr>
        <p:xfrm>
          <a:off x="3719880" y="2209680"/>
          <a:ext cx="1706400" cy="307080"/>
        </p:xfrm>
        <a:graphic>
          <a:graphicData uri="http://schemas.openxmlformats.org/drawingml/2006/table">
            <a:tbl>
              <a:tblPr/>
              <a:tblGrid>
                <a:gridCol w="17064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94" name="Group 57"/>
          <p:cNvGrpSpPr/>
          <p:nvPr/>
        </p:nvGrpSpPr>
        <p:grpSpPr>
          <a:xfrm>
            <a:off x="5299560" y="2549520"/>
            <a:ext cx="190440" cy="54000"/>
            <a:chOff x="5299560" y="2549520"/>
            <a:chExt cx="190440" cy="54000"/>
          </a:xfrm>
        </p:grpSpPr>
        <p:sp>
          <p:nvSpPr>
            <p:cNvPr id="95" name="Line 58"/>
            <p:cNvSpPr/>
            <p:nvPr/>
          </p:nvSpPr>
          <p:spPr>
            <a:xfrm flipV="1">
              <a:off x="5299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6" name="Line 59"/>
            <p:cNvSpPr/>
            <p:nvPr/>
          </p:nvSpPr>
          <p:spPr>
            <a:xfrm flipV="1">
              <a:off x="536112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7" name="Line 60"/>
            <p:cNvSpPr/>
            <p:nvPr/>
          </p:nvSpPr>
          <p:spPr>
            <a:xfrm flipV="1">
              <a:off x="5425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8" name="Line 61"/>
            <p:cNvSpPr/>
            <p:nvPr/>
          </p:nvSpPr>
          <p:spPr>
            <a:xfrm flipV="1">
              <a:off x="548964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9" name="CustomShape 62"/>
          <p:cNvSpPr/>
          <p:nvPr/>
        </p:nvSpPr>
        <p:spPr>
          <a:xfrm>
            <a:off x="4450320" y="1914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0" name="CustomShape 63"/>
          <p:cNvSpPr/>
          <p:nvPr/>
        </p:nvSpPr>
        <p:spPr>
          <a:xfrm>
            <a:off x="528912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58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101" name="Table 64"/>
          <p:cNvGraphicFramePr/>
          <p:nvPr/>
        </p:nvGraphicFramePr>
        <p:xfrm>
          <a:off x="5428080" y="2208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102" name="Group 65"/>
          <p:cNvGrpSpPr/>
          <p:nvPr/>
        </p:nvGrpSpPr>
        <p:grpSpPr>
          <a:xfrm>
            <a:off x="5913720" y="2554560"/>
            <a:ext cx="190440" cy="54000"/>
            <a:chOff x="5913720" y="2554560"/>
            <a:chExt cx="190440" cy="54000"/>
          </a:xfrm>
        </p:grpSpPr>
        <p:sp>
          <p:nvSpPr>
            <p:cNvPr id="103" name="Line 66"/>
            <p:cNvSpPr/>
            <p:nvPr/>
          </p:nvSpPr>
          <p:spPr>
            <a:xfrm flipV="1">
              <a:off x="5913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4" name="Line 67"/>
            <p:cNvSpPr/>
            <p:nvPr/>
          </p:nvSpPr>
          <p:spPr>
            <a:xfrm flipV="1">
              <a:off x="59749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5" name="Line 68"/>
            <p:cNvSpPr/>
            <p:nvPr/>
          </p:nvSpPr>
          <p:spPr>
            <a:xfrm flipV="1">
              <a:off x="6039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6" name="Line 69"/>
            <p:cNvSpPr/>
            <p:nvPr/>
          </p:nvSpPr>
          <p:spPr>
            <a:xfrm flipV="1">
              <a:off x="610380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07" name="Table 70"/>
          <p:cNvGraphicFramePr/>
          <p:nvPr/>
        </p:nvGraphicFramePr>
        <p:xfrm>
          <a:off x="6039720" y="220788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108" name="CustomShape 71"/>
          <p:cNvSpPr/>
          <p:nvPr/>
        </p:nvSpPr>
        <p:spPr>
          <a:xfrm>
            <a:off x="589644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09" name="CustomShape 72"/>
          <p:cNvSpPr/>
          <p:nvPr/>
        </p:nvSpPr>
        <p:spPr>
          <a:xfrm>
            <a:off x="723348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0" name="CustomShape 73"/>
          <p:cNvSpPr/>
          <p:nvPr/>
        </p:nvSpPr>
        <p:spPr>
          <a:xfrm>
            <a:off x="177624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1" name="CustomShape 74"/>
          <p:cNvSpPr/>
          <p:nvPr/>
        </p:nvSpPr>
        <p:spPr>
          <a:xfrm>
            <a:off x="5556960" y="1914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2" name="CustomShape 75"/>
          <p:cNvSpPr/>
          <p:nvPr/>
        </p:nvSpPr>
        <p:spPr>
          <a:xfrm>
            <a:off x="6539760" y="1914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13" name="Group 76"/>
          <p:cNvGrpSpPr/>
          <p:nvPr/>
        </p:nvGrpSpPr>
        <p:grpSpPr>
          <a:xfrm>
            <a:off x="1892880" y="3261960"/>
            <a:ext cx="6096240" cy="54000"/>
            <a:chOff x="1892880" y="3261960"/>
            <a:chExt cx="6096240" cy="54000"/>
          </a:xfrm>
        </p:grpSpPr>
        <p:sp>
          <p:nvSpPr>
            <p:cNvPr id="114" name="Line 77"/>
            <p:cNvSpPr/>
            <p:nvPr/>
          </p:nvSpPr>
          <p:spPr>
            <a:xfrm>
              <a:off x="1892880" y="3268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5" name="Line 78"/>
            <p:cNvSpPr/>
            <p:nvPr/>
          </p:nvSpPr>
          <p:spPr>
            <a:xfrm flipV="1">
              <a:off x="1895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6" name="Line 79"/>
            <p:cNvSpPr/>
            <p:nvPr/>
          </p:nvSpPr>
          <p:spPr>
            <a:xfrm flipV="1">
              <a:off x="21978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7" name="Line 80"/>
            <p:cNvSpPr/>
            <p:nvPr/>
          </p:nvSpPr>
          <p:spPr>
            <a:xfrm flipV="1">
              <a:off x="24998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8" name="Line 81"/>
            <p:cNvSpPr/>
            <p:nvPr/>
          </p:nvSpPr>
          <p:spPr>
            <a:xfrm flipV="1">
              <a:off x="28026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Line 82"/>
            <p:cNvSpPr/>
            <p:nvPr/>
          </p:nvSpPr>
          <p:spPr>
            <a:xfrm flipV="1">
              <a:off x="34156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Line 83"/>
            <p:cNvSpPr/>
            <p:nvPr/>
          </p:nvSpPr>
          <p:spPr>
            <a:xfrm flipV="1">
              <a:off x="43333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1" name="Line 84"/>
            <p:cNvSpPr/>
            <p:nvPr/>
          </p:nvSpPr>
          <p:spPr>
            <a:xfrm flipV="1">
              <a:off x="40284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2" name="Line 85"/>
            <p:cNvSpPr/>
            <p:nvPr/>
          </p:nvSpPr>
          <p:spPr>
            <a:xfrm flipV="1">
              <a:off x="37231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86"/>
            <p:cNvSpPr/>
            <p:nvPr/>
          </p:nvSpPr>
          <p:spPr>
            <a:xfrm flipV="1">
              <a:off x="3110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Line 87"/>
            <p:cNvSpPr/>
            <p:nvPr/>
          </p:nvSpPr>
          <p:spPr>
            <a:xfrm flipV="1">
              <a:off x="4943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5" name="Line 88"/>
            <p:cNvSpPr/>
            <p:nvPr/>
          </p:nvSpPr>
          <p:spPr>
            <a:xfrm flipV="1">
              <a:off x="46346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6" name="Line 89"/>
            <p:cNvSpPr/>
            <p:nvPr/>
          </p:nvSpPr>
          <p:spPr>
            <a:xfrm flipV="1">
              <a:off x="5244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7" name="Line 90"/>
            <p:cNvSpPr/>
            <p:nvPr/>
          </p:nvSpPr>
          <p:spPr>
            <a:xfrm flipV="1">
              <a:off x="6161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8" name="Line 91"/>
            <p:cNvSpPr/>
            <p:nvPr/>
          </p:nvSpPr>
          <p:spPr>
            <a:xfrm flipV="1">
              <a:off x="6467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9" name="Line 92"/>
            <p:cNvSpPr/>
            <p:nvPr/>
          </p:nvSpPr>
          <p:spPr>
            <a:xfrm flipV="1">
              <a:off x="6770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0" name="Line 93"/>
            <p:cNvSpPr/>
            <p:nvPr/>
          </p:nvSpPr>
          <p:spPr>
            <a:xfrm flipV="1">
              <a:off x="70765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1" name="Line 94"/>
            <p:cNvSpPr/>
            <p:nvPr/>
          </p:nvSpPr>
          <p:spPr>
            <a:xfrm flipV="1">
              <a:off x="7378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2" name="Line 95"/>
            <p:cNvSpPr/>
            <p:nvPr/>
          </p:nvSpPr>
          <p:spPr>
            <a:xfrm flipV="1">
              <a:off x="7684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3" name="Line 96"/>
            <p:cNvSpPr/>
            <p:nvPr/>
          </p:nvSpPr>
          <p:spPr>
            <a:xfrm flipV="1">
              <a:off x="7988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4" name="Line 97"/>
            <p:cNvSpPr/>
            <p:nvPr/>
          </p:nvSpPr>
          <p:spPr>
            <a:xfrm flipV="1">
              <a:off x="5550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5" name="Line 98"/>
            <p:cNvSpPr/>
            <p:nvPr/>
          </p:nvSpPr>
          <p:spPr>
            <a:xfrm flipV="1">
              <a:off x="58528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36" name="Group 99"/>
          <p:cNvGrpSpPr/>
          <p:nvPr/>
        </p:nvGrpSpPr>
        <p:grpSpPr>
          <a:xfrm>
            <a:off x="2250720" y="3264480"/>
            <a:ext cx="190440" cy="54000"/>
            <a:chOff x="2250720" y="3264480"/>
            <a:chExt cx="190440" cy="54000"/>
          </a:xfrm>
        </p:grpSpPr>
        <p:sp>
          <p:nvSpPr>
            <p:cNvPr id="137" name="Line 100"/>
            <p:cNvSpPr/>
            <p:nvPr/>
          </p:nvSpPr>
          <p:spPr>
            <a:xfrm flipV="1">
              <a:off x="2250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101"/>
            <p:cNvSpPr/>
            <p:nvPr/>
          </p:nvSpPr>
          <p:spPr>
            <a:xfrm flipV="1">
              <a:off x="23119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9" name="Line 102"/>
            <p:cNvSpPr/>
            <p:nvPr/>
          </p:nvSpPr>
          <p:spPr>
            <a:xfrm flipV="1">
              <a:off x="2376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0" name="Line 103"/>
            <p:cNvSpPr/>
            <p:nvPr/>
          </p:nvSpPr>
          <p:spPr>
            <a:xfrm flipV="1">
              <a:off x="24408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1" name="Group 104"/>
          <p:cNvGrpSpPr/>
          <p:nvPr/>
        </p:nvGrpSpPr>
        <p:grpSpPr>
          <a:xfrm>
            <a:off x="3475800" y="3266280"/>
            <a:ext cx="190440" cy="54000"/>
            <a:chOff x="3475800" y="3266280"/>
            <a:chExt cx="190440" cy="54000"/>
          </a:xfrm>
        </p:grpSpPr>
        <p:sp>
          <p:nvSpPr>
            <p:cNvPr id="142" name="Line 105"/>
            <p:cNvSpPr/>
            <p:nvPr/>
          </p:nvSpPr>
          <p:spPr>
            <a:xfrm flipV="1">
              <a:off x="3475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3" name="Line 106"/>
            <p:cNvSpPr/>
            <p:nvPr/>
          </p:nvSpPr>
          <p:spPr>
            <a:xfrm flipV="1">
              <a:off x="35370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4" name="Line 107"/>
            <p:cNvSpPr/>
            <p:nvPr/>
          </p:nvSpPr>
          <p:spPr>
            <a:xfrm flipV="1">
              <a:off x="3601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5" name="Line 108"/>
            <p:cNvSpPr/>
            <p:nvPr/>
          </p:nvSpPr>
          <p:spPr>
            <a:xfrm flipV="1">
              <a:off x="366588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46" name="Table 109"/>
          <p:cNvGraphicFramePr/>
          <p:nvPr/>
        </p:nvGraphicFramePr>
        <p:xfrm>
          <a:off x="2312280" y="2919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147" name="CustomShape 110"/>
          <p:cNvSpPr/>
          <p:nvPr/>
        </p:nvSpPr>
        <p:spPr>
          <a:xfrm>
            <a:off x="339480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8" name="CustomShape 111"/>
          <p:cNvSpPr/>
          <p:nvPr/>
        </p:nvSpPr>
        <p:spPr>
          <a:xfrm>
            <a:off x="2192040" y="32576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9" name="CustomShape 112"/>
          <p:cNvSpPr/>
          <p:nvPr/>
        </p:nvSpPr>
        <p:spPr>
          <a:xfrm>
            <a:off x="1773360" y="32576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0" name="CustomShape 113"/>
          <p:cNvSpPr/>
          <p:nvPr/>
        </p:nvSpPr>
        <p:spPr>
          <a:xfrm>
            <a:off x="583776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1" name="CustomShape 114"/>
          <p:cNvSpPr/>
          <p:nvPr/>
        </p:nvSpPr>
        <p:spPr>
          <a:xfrm>
            <a:off x="748800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94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152" name="Group 115"/>
          <p:cNvGrpSpPr/>
          <p:nvPr/>
        </p:nvGrpSpPr>
        <p:grpSpPr>
          <a:xfrm>
            <a:off x="5917320" y="3264480"/>
            <a:ext cx="190440" cy="54000"/>
            <a:chOff x="5917320" y="3264480"/>
            <a:chExt cx="190440" cy="54000"/>
          </a:xfrm>
        </p:grpSpPr>
        <p:sp>
          <p:nvSpPr>
            <p:cNvPr id="153" name="Line 116"/>
            <p:cNvSpPr/>
            <p:nvPr/>
          </p:nvSpPr>
          <p:spPr>
            <a:xfrm flipV="1">
              <a:off x="5917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4" name="Line 117"/>
            <p:cNvSpPr/>
            <p:nvPr/>
          </p:nvSpPr>
          <p:spPr>
            <a:xfrm flipV="1">
              <a:off x="597888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5" name="Line 118"/>
            <p:cNvSpPr/>
            <p:nvPr/>
          </p:nvSpPr>
          <p:spPr>
            <a:xfrm flipV="1">
              <a:off x="6043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6" name="Line 119"/>
            <p:cNvSpPr/>
            <p:nvPr/>
          </p:nvSpPr>
          <p:spPr>
            <a:xfrm flipV="1">
              <a:off x="61074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57" name="Table 120"/>
          <p:cNvGraphicFramePr/>
          <p:nvPr/>
        </p:nvGraphicFramePr>
        <p:xfrm>
          <a:off x="3537360" y="2921040"/>
          <a:ext cx="2437560" cy="307080"/>
        </p:xfrm>
        <a:graphic>
          <a:graphicData uri="http://schemas.openxmlformats.org/drawingml/2006/table">
            <a:tbl>
              <a:tblPr/>
              <a:tblGrid>
                <a:gridCol w="24375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3,  6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58" name="Group 121"/>
          <p:cNvGrpSpPr/>
          <p:nvPr/>
        </p:nvGrpSpPr>
        <p:grpSpPr>
          <a:xfrm>
            <a:off x="7440840" y="3262680"/>
            <a:ext cx="190080" cy="54000"/>
            <a:chOff x="7440840" y="3262680"/>
            <a:chExt cx="190080" cy="54000"/>
          </a:xfrm>
        </p:grpSpPr>
        <p:sp>
          <p:nvSpPr>
            <p:cNvPr id="159" name="Line 122"/>
            <p:cNvSpPr/>
            <p:nvPr/>
          </p:nvSpPr>
          <p:spPr>
            <a:xfrm flipV="1">
              <a:off x="7440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0" name="Line 123"/>
            <p:cNvSpPr/>
            <p:nvPr/>
          </p:nvSpPr>
          <p:spPr>
            <a:xfrm flipV="1">
              <a:off x="75020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1" name="Line 124"/>
            <p:cNvSpPr/>
            <p:nvPr/>
          </p:nvSpPr>
          <p:spPr>
            <a:xfrm flipV="1">
              <a:off x="7566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2" name="Line 125"/>
            <p:cNvSpPr/>
            <p:nvPr/>
          </p:nvSpPr>
          <p:spPr>
            <a:xfrm flipV="1">
              <a:off x="763056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3" name="Table 126"/>
          <p:cNvGraphicFramePr/>
          <p:nvPr/>
        </p:nvGraphicFramePr>
        <p:xfrm>
          <a:off x="5975280" y="292032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164" name="CustomShape 127"/>
          <p:cNvSpPr/>
          <p:nvPr/>
        </p:nvSpPr>
        <p:spPr>
          <a:xfrm>
            <a:off x="2775240" y="2634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5" name="CustomShape 128"/>
          <p:cNvSpPr/>
          <p:nvPr/>
        </p:nvSpPr>
        <p:spPr>
          <a:xfrm>
            <a:off x="4610160" y="2634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6" name="CustomShape 129"/>
          <p:cNvSpPr/>
          <p:nvPr/>
        </p:nvSpPr>
        <p:spPr>
          <a:xfrm>
            <a:off x="6582960" y="2634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7" name="CustomShape 130"/>
          <p:cNvSpPr/>
          <p:nvPr/>
        </p:nvSpPr>
        <p:spPr>
          <a:xfrm>
            <a:off x="1640880" y="224352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8" name="CustomShape 131"/>
          <p:cNvSpPr/>
          <p:nvPr/>
        </p:nvSpPr>
        <p:spPr>
          <a:xfrm>
            <a:off x="1640880" y="296136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Table 1"/>
          <p:cNvGraphicFramePr/>
          <p:nvPr>
            <p:extLst>
              <p:ext uri="{D42A27DB-BD31-4B8C-83A1-F6EECF244321}">
                <p14:modId xmlns:p14="http://schemas.microsoft.com/office/powerpoint/2010/main" val="1257178944"/>
              </p:ext>
            </p:extLst>
          </p:nvPr>
        </p:nvGraphicFramePr>
        <p:xfrm>
          <a:off x="1898640" y="2193480"/>
          <a:ext cx="1484640" cy="314280"/>
        </p:xfrm>
        <a:graphic>
          <a:graphicData uri="http://schemas.openxmlformats.org/drawingml/2006/table">
            <a:tbl>
              <a:tblPr/>
              <a:tblGrid>
                <a:gridCol w="148464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 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   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… 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1.|N</a:t>
                      </a:r>
                      <a:r>
                        <a:rPr lang="en-US" sz="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170" name="Group 2"/>
          <p:cNvGrpSpPr/>
          <p:nvPr/>
        </p:nvGrpSpPr>
        <p:grpSpPr>
          <a:xfrm>
            <a:off x="1890000" y="2549160"/>
            <a:ext cx="4968000" cy="54000"/>
            <a:chOff x="1890000" y="2549160"/>
            <a:chExt cx="4968000" cy="54000"/>
          </a:xfrm>
        </p:grpSpPr>
        <p:sp>
          <p:nvSpPr>
            <p:cNvPr id="171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2" name="Line 4"/>
            <p:cNvSpPr/>
            <p:nvPr/>
          </p:nvSpPr>
          <p:spPr>
            <a:xfrm flipV="1">
              <a:off x="189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3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4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7"/>
            <p:cNvSpPr/>
            <p:nvPr/>
          </p:nvSpPr>
          <p:spPr>
            <a:xfrm flipV="1">
              <a:off x="263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4"/>
            <p:cNvSpPr/>
            <p:nvPr/>
          </p:nvSpPr>
          <p:spPr>
            <a:xfrm flipV="1">
              <a:off x="4124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8"/>
            <p:cNvSpPr/>
            <p:nvPr/>
          </p:nvSpPr>
          <p:spPr>
            <a:xfrm flipV="1">
              <a:off x="58647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3"/>
            <p:cNvSpPr/>
            <p:nvPr/>
          </p:nvSpPr>
          <p:spPr>
            <a:xfrm flipV="1">
              <a:off x="4870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3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4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6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7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6" name="CustomShape 48"/>
          <p:cNvSpPr/>
          <p:nvPr/>
        </p:nvSpPr>
        <p:spPr>
          <a:xfrm>
            <a:off x="334080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b="0" i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b="0" strike="noStrike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217" name="Table 49"/>
          <p:cNvGraphicFramePr/>
          <p:nvPr/>
        </p:nvGraphicFramePr>
        <p:xfrm>
          <a:off x="3380040" y="2197800"/>
          <a:ext cx="1466280" cy="307800"/>
        </p:xfrm>
        <a:graphic>
          <a:graphicData uri="http://schemas.openxmlformats.org/drawingml/2006/table">
            <a:tbl>
              <a:tblPr/>
              <a:tblGrid>
                <a:gridCol w="1466280"/>
              </a:tblGrid>
              <a:tr h="30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 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    …    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2.|N</a:t>
                      </a:r>
                      <a:r>
                        <a:rPr lang="en-US" sz="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9AE"/>
                    </a:solidFill>
                  </a:tcPr>
                </a:tc>
              </a:tr>
            </a:tbl>
          </a:graphicData>
        </a:graphic>
      </p:graphicFrame>
      <p:sp>
        <p:nvSpPr>
          <p:cNvPr id="218" name="CustomShape 50"/>
          <p:cNvSpPr/>
          <p:nvPr/>
        </p:nvSpPr>
        <p:spPr>
          <a:xfrm>
            <a:off x="528912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19" name="Table 51"/>
          <p:cNvGraphicFramePr/>
          <p:nvPr>
            <p:extLst>
              <p:ext uri="{D42A27DB-BD31-4B8C-83A1-F6EECF244321}">
                <p14:modId xmlns:p14="http://schemas.microsoft.com/office/powerpoint/2010/main" val="365863790"/>
              </p:ext>
            </p:extLst>
          </p:nvPr>
        </p:nvGraphicFramePr>
        <p:xfrm>
          <a:off x="4846320" y="2196720"/>
          <a:ext cx="667800" cy="307080"/>
        </p:xfrm>
        <a:graphic>
          <a:graphicData uri="http://schemas.openxmlformats.org/drawingml/2006/table">
            <a:tbl>
              <a:tblPr/>
              <a:tblGrid>
                <a:gridCol w="6678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...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0" name="Table 52"/>
          <p:cNvGraphicFramePr/>
          <p:nvPr>
            <p:extLst>
              <p:ext uri="{D42A27DB-BD31-4B8C-83A1-F6EECF244321}">
                <p14:modId xmlns:p14="http://schemas.microsoft.com/office/powerpoint/2010/main" val="3351027576"/>
              </p:ext>
            </p:extLst>
          </p:nvPr>
        </p:nvGraphicFramePr>
        <p:xfrm>
          <a:off x="5513760" y="2201760"/>
          <a:ext cx="1343520" cy="304800"/>
        </p:xfrm>
        <a:graphic>
          <a:graphicData uri="http://schemas.openxmlformats.org/drawingml/2006/table">
            <a:tbl>
              <a:tblPr/>
              <a:tblGrid>
                <a:gridCol w="1343520"/>
              </a:tblGrid>
              <a:tr h="30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</a:t>
                      </a: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    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… 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k.|N</a:t>
                      </a:r>
                      <a:r>
                        <a:rPr lang="en-US" sz="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</a:t>
                      </a:r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7A19A"/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3"/>
          <p:cNvSpPr/>
          <p:nvPr/>
        </p:nvSpPr>
        <p:spPr>
          <a:xfrm>
            <a:off x="592848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CustomShape 54"/>
          <p:cNvSpPr/>
          <p:nvPr/>
        </p:nvSpPr>
        <p:spPr>
          <a:xfrm>
            <a:off x="726552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55"/>
          <p:cNvSpPr/>
          <p:nvPr/>
        </p:nvSpPr>
        <p:spPr>
          <a:xfrm>
            <a:off x="177624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24" name="CustomShape 56"/>
          <p:cNvSpPr/>
          <p:nvPr/>
        </p:nvSpPr>
        <p:spPr>
          <a:xfrm>
            <a:off x="1559160" y="222336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5" name="CustomShape 57"/>
          <p:cNvSpPr/>
          <p:nvPr/>
        </p:nvSpPr>
        <p:spPr>
          <a:xfrm>
            <a:off x="5352480" y="1920240"/>
            <a:ext cx="311760" cy="30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...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228" name="Imagem 227"/>
          <p:cNvPicPr/>
          <p:nvPr/>
        </p:nvPicPr>
        <p:blipFill>
          <a:blip r:embed="rId2"/>
          <a:srcRect l="24122" t="30257" r="57866" b="48371"/>
          <a:stretch/>
        </p:blipFill>
        <p:spPr>
          <a:xfrm>
            <a:off x="3151297" y="2761803"/>
            <a:ext cx="590704" cy="380022"/>
          </a:xfrm>
          <a:prstGeom prst="rect">
            <a:avLst/>
          </a:prstGeom>
          <a:ln>
            <a:noFill/>
          </a:ln>
        </p:spPr>
      </p:pic>
      <p:pic>
        <p:nvPicPr>
          <p:cNvPr id="229" name="Imagem 228"/>
          <p:cNvPicPr/>
          <p:nvPr/>
        </p:nvPicPr>
        <p:blipFill>
          <a:blip r:embed="rId3"/>
          <a:srcRect l="21992" t="39104" r="60994" b="39545"/>
          <a:stretch/>
        </p:blipFill>
        <p:spPr>
          <a:xfrm>
            <a:off x="4678560" y="2761803"/>
            <a:ext cx="529560" cy="365205"/>
          </a:xfrm>
          <a:prstGeom prst="rect">
            <a:avLst/>
          </a:prstGeom>
          <a:ln>
            <a:noFill/>
          </a:ln>
        </p:spPr>
      </p:pic>
      <p:pic>
        <p:nvPicPr>
          <p:cNvPr id="230" name="Imagem 229"/>
          <p:cNvPicPr/>
          <p:nvPr/>
        </p:nvPicPr>
        <p:blipFill>
          <a:blip r:embed="rId4"/>
          <a:srcRect l="11350" t="34072" r="70640" b="46355"/>
          <a:stretch/>
        </p:blipFill>
        <p:spPr>
          <a:xfrm>
            <a:off x="6477740" y="2768365"/>
            <a:ext cx="569719" cy="346234"/>
          </a:xfrm>
          <a:prstGeom prst="rect">
            <a:avLst/>
          </a:prstGeom>
          <a:ln>
            <a:noFill/>
          </a:ln>
        </p:spPr>
      </p:pic>
      <p:sp>
        <p:nvSpPr>
          <p:cNvPr id="231" name="Line 60"/>
          <p:cNvSpPr/>
          <p:nvPr/>
        </p:nvSpPr>
        <p:spPr>
          <a:xfrm flipV="1">
            <a:off x="228600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Line 61"/>
          <p:cNvSpPr/>
          <p:nvPr/>
        </p:nvSpPr>
        <p:spPr>
          <a:xfrm>
            <a:off x="265176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Line 62"/>
          <p:cNvSpPr/>
          <p:nvPr/>
        </p:nvSpPr>
        <p:spPr>
          <a:xfrm>
            <a:off x="283464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4" name="Line 63"/>
          <p:cNvSpPr/>
          <p:nvPr/>
        </p:nvSpPr>
        <p:spPr>
          <a:xfrm>
            <a:off x="374904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Line 64"/>
          <p:cNvSpPr/>
          <p:nvPr/>
        </p:nvSpPr>
        <p:spPr>
          <a:xfrm>
            <a:off x="411480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Line 65"/>
          <p:cNvSpPr/>
          <p:nvPr/>
        </p:nvSpPr>
        <p:spPr>
          <a:xfrm>
            <a:off x="429768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Line 66"/>
          <p:cNvSpPr/>
          <p:nvPr/>
        </p:nvSpPr>
        <p:spPr>
          <a:xfrm>
            <a:off x="585216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Line 67"/>
          <p:cNvSpPr/>
          <p:nvPr/>
        </p:nvSpPr>
        <p:spPr>
          <a:xfrm>
            <a:off x="621792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Line 68"/>
          <p:cNvSpPr/>
          <p:nvPr/>
        </p:nvSpPr>
        <p:spPr>
          <a:xfrm>
            <a:off x="640080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" name="Conector de seta reta 5"/>
          <p:cNvCxnSpPr/>
          <p:nvPr/>
        </p:nvCxnSpPr>
        <p:spPr>
          <a:xfrm>
            <a:off x="3381480" y="2038350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stomShape 48"/>
          <p:cNvSpPr/>
          <p:nvPr/>
        </p:nvSpPr>
        <p:spPr>
          <a:xfrm>
            <a:off x="479556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</p:txBody>
      </p:sp>
      <p:cxnSp>
        <p:nvCxnSpPr>
          <p:cNvPr id="11" name="Conector de seta reta 10"/>
          <p:cNvCxnSpPr/>
          <p:nvPr/>
        </p:nvCxnSpPr>
        <p:spPr>
          <a:xfrm flipV="1">
            <a:off x="1903695" y="2767403"/>
            <a:ext cx="387360" cy="1925"/>
          </a:xfrm>
          <a:prstGeom prst="straightConnector1">
            <a:avLst/>
          </a:prstGeom>
          <a:ln>
            <a:solidFill>
              <a:schemeClr val="tx1"/>
            </a:solidFill>
            <a:headEnd type="arrow" w="sm" len="med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5"/>
          <a:srcRect l="58627" t="56439" r="35227" b="36339"/>
          <a:stretch/>
        </p:blipFill>
        <p:spPr>
          <a:xfrm>
            <a:off x="1987497" y="2822774"/>
            <a:ext cx="210303" cy="139014"/>
          </a:xfrm>
          <a:prstGeom prst="rect">
            <a:avLst/>
          </a:prstGeom>
        </p:spPr>
      </p:pic>
      <p:sp>
        <p:nvSpPr>
          <p:cNvPr id="90" name="CustomShape 48"/>
          <p:cNvSpPr/>
          <p:nvPr/>
        </p:nvSpPr>
        <p:spPr>
          <a:xfrm>
            <a:off x="4803270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b="0" i="1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96" name="CustomShape 48"/>
          <p:cNvSpPr/>
          <p:nvPr/>
        </p:nvSpPr>
        <p:spPr>
          <a:xfrm>
            <a:off x="6604642" y="1960824"/>
            <a:ext cx="308160" cy="261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50" b="0" i="1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en-US" sz="1050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k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00" name="Conector de seta reta 99"/>
          <p:cNvCxnSpPr/>
          <p:nvPr/>
        </p:nvCxnSpPr>
        <p:spPr>
          <a:xfrm flipV="1">
            <a:off x="3381480" y="2621232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/>
          <p:cNvCxnSpPr/>
          <p:nvPr/>
        </p:nvCxnSpPr>
        <p:spPr>
          <a:xfrm flipV="1">
            <a:off x="4870800" y="2621232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105"/>
          <p:cNvCxnSpPr/>
          <p:nvPr/>
        </p:nvCxnSpPr>
        <p:spPr>
          <a:xfrm flipV="1">
            <a:off x="6857640" y="2640207"/>
            <a:ext cx="0" cy="127196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2286000" y="2480303"/>
            <a:ext cx="0" cy="2681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de seta reta 110"/>
          <p:cNvCxnSpPr/>
          <p:nvPr/>
        </p:nvCxnSpPr>
        <p:spPr>
          <a:xfrm>
            <a:off x="4843950" y="2038350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de seta reta 111"/>
          <p:cNvCxnSpPr/>
          <p:nvPr/>
        </p:nvCxnSpPr>
        <p:spPr>
          <a:xfrm>
            <a:off x="6847920" y="2038350"/>
            <a:ext cx="0" cy="125457"/>
          </a:xfrm>
          <a:prstGeom prst="straightConnector1">
            <a:avLst/>
          </a:prstGeom>
          <a:ln w="9525">
            <a:solidFill>
              <a:schemeClr val="tx1"/>
            </a:solidFill>
            <a:headEnd w="sm" len="lg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41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7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8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9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63" name="Table 24"/>
          <p:cNvGraphicFramePr/>
          <p:nvPr/>
        </p:nvGraphicFramePr>
        <p:xfrm>
          <a:off x="2376720" y="425520"/>
          <a:ext cx="103860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64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65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6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7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8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9" name="CustomShape 30"/>
          <p:cNvSpPr/>
          <p:nvPr/>
        </p:nvSpPr>
        <p:spPr>
          <a:xfrm>
            <a:off x="2732760" y="132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0" name="CustomShape 31"/>
          <p:cNvSpPr/>
          <p:nvPr/>
        </p:nvSpPr>
        <p:spPr>
          <a:xfrm>
            <a:off x="2263680" y="761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1" name="CustomShape 32"/>
          <p:cNvSpPr/>
          <p:nvPr/>
        </p:nvSpPr>
        <p:spPr>
          <a:xfrm>
            <a:off x="326700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2" name="Table 33"/>
          <p:cNvGraphicFramePr/>
          <p:nvPr/>
        </p:nvGraphicFramePr>
        <p:xfrm>
          <a:off x="3412800" y="42768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73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74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5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6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8" name="CustomShape 39"/>
          <p:cNvSpPr/>
          <p:nvPr/>
        </p:nvSpPr>
        <p:spPr>
          <a:xfrm>
            <a:off x="4158720" y="132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9" name="CustomShape 40"/>
          <p:cNvSpPr/>
          <p:nvPr/>
        </p:nvSpPr>
        <p:spPr>
          <a:xfrm>
            <a:off x="497484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80" name="Table 41"/>
          <p:cNvGraphicFramePr/>
          <p:nvPr/>
        </p:nvGraphicFramePr>
        <p:xfrm>
          <a:off x="5118840" y="426240"/>
          <a:ext cx="611280" cy="30672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81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82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3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4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5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6" name="Table 47"/>
          <p:cNvGraphicFramePr/>
          <p:nvPr/>
        </p:nvGraphicFramePr>
        <p:xfrm>
          <a:off x="5734800" y="42552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7" name="CustomShape 48"/>
          <p:cNvSpPr/>
          <p:nvPr/>
        </p:nvSpPr>
        <p:spPr>
          <a:xfrm>
            <a:off x="559332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8" name="CustomShape 49"/>
          <p:cNvSpPr/>
          <p:nvPr/>
        </p:nvSpPr>
        <p:spPr>
          <a:xfrm>
            <a:off x="693864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9" name="CustomShape 50"/>
          <p:cNvSpPr/>
          <p:nvPr/>
        </p:nvSpPr>
        <p:spPr>
          <a:xfrm>
            <a:off x="1776240" y="761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0" name="CustomShape 51"/>
          <p:cNvSpPr/>
          <p:nvPr/>
        </p:nvSpPr>
        <p:spPr>
          <a:xfrm>
            <a:off x="5246280" y="132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91" name="CustomShape 52"/>
          <p:cNvSpPr/>
          <p:nvPr/>
        </p:nvSpPr>
        <p:spPr>
          <a:xfrm>
            <a:off x="6222600" y="132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92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93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9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0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4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5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6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9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20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21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2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3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4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25" name="Table 86"/>
          <p:cNvGraphicFramePr/>
          <p:nvPr/>
        </p:nvGraphicFramePr>
        <p:xfrm>
          <a:off x="2312280" y="113760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6" name="CustomShape 87"/>
          <p:cNvSpPr/>
          <p:nvPr/>
        </p:nvSpPr>
        <p:spPr>
          <a:xfrm>
            <a:off x="339480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7" name="CustomShape 88"/>
          <p:cNvSpPr/>
          <p:nvPr/>
        </p:nvSpPr>
        <p:spPr>
          <a:xfrm>
            <a:off x="2192040" y="147528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8" name="CustomShape 89"/>
          <p:cNvSpPr/>
          <p:nvPr/>
        </p:nvSpPr>
        <p:spPr>
          <a:xfrm>
            <a:off x="1773360" y="147528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9" name="CustomShape 90"/>
          <p:cNvSpPr/>
          <p:nvPr/>
        </p:nvSpPr>
        <p:spPr>
          <a:xfrm>
            <a:off x="498456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30" name="CustomShape 91"/>
          <p:cNvSpPr/>
          <p:nvPr/>
        </p:nvSpPr>
        <p:spPr>
          <a:xfrm>
            <a:off x="663444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31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32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3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4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5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6" name="Table 97"/>
          <p:cNvGraphicFramePr/>
          <p:nvPr/>
        </p:nvGraphicFramePr>
        <p:xfrm>
          <a:off x="3537360" y="113904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Table 98"/>
          <p:cNvGraphicFramePr/>
          <p:nvPr/>
        </p:nvGraphicFramePr>
        <p:xfrm>
          <a:off x="5120280" y="113760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8" name="CustomShape 99"/>
          <p:cNvSpPr/>
          <p:nvPr/>
        </p:nvSpPr>
        <p:spPr>
          <a:xfrm>
            <a:off x="2775240" y="852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9" name="CustomShape 100"/>
          <p:cNvSpPr/>
          <p:nvPr/>
        </p:nvSpPr>
        <p:spPr>
          <a:xfrm>
            <a:off x="4182480" y="852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40" name="CustomShape 101"/>
          <p:cNvSpPr/>
          <p:nvPr/>
        </p:nvSpPr>
        <p:spPr>
          <a:xfrm>
            <a:off x="5766840" y="852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41" name="CustomShape 102"/>
          <p:cNvSpPr/>
          <p:nvPr/>
        </p:nvSpPr>
        <p:spPr>
          <a:xfrm>
            <a:off x="1640880" y="46152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42" name="CustomShape 103"/>
          <p:cNvSpPr/>
          <p:nvPr/>
        </p:nvSpPr>
        <p:spPr>
          <a:xfrm>
            <a:off x="1640880" y="11790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43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44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0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1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2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6" name="Table 127"/>
          <p:cNvGraphicFramePr/>
          <p:nvPr/>
        </p:nvGraphicFramePr>
        <p:xfrm>
          <a:off x="2370600" y="2188800"/>
          <a:ext cx="1038600" cy="30672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7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8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9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0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1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2" name="CustomShape 133"/>
          <p:cNvSpPr/>
          <p:nvPr/>
        </p:nvSpPr>
        <p:spPr>
          <a:xfrm>
            <a:off x="2726280" y="1896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3" name="CustomShape 134"/>
          <p:cNvSpPr/>
          <p:nvPr/>
        </p:nvSpPr>
        <p:spPr>
          <a:xfrm>
            <a:off x="2257200" y="25250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74" name="CustomShape 135"/>
          <p:cNvSpPr/>
          <p:nvPr/>
        </p:nvSpPr>
        <p:spPr>
          <a:xfrm>
            <a:off x="326052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5" name="Table 136"/>
          <p:cNvGraphicFramePr/>
          <p:nvPr/>
        </p:nvGraphicFramePr>
        <p:xfrm>
          <a:off x="3406680" y="219096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6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7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8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9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81" name="CustomShape 142"/>
          <p:cNvSpPr/>
          <p:nvPr/>
        </p:nvSpPr>
        <p:spPr>
          <a:xfrm>
            <a:off x="4152600" y="1896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2" name="CustomShape 143"/>
          <p:cNvSpPr/>
          <p:nvPr/>
        </p:nvSpPr>
        <p:spPr>
          <a:xfrm>
            <a:off x="496836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83" name="Table 144"/>
          <p:cNvGraphicFramePr/>
          <p:nvPr/>
        </p:nvGraphicFramePr>
        <p:xfrm>
          <a:off x="5112360" y="2189520"/>
          <a:ext cx="611280" cy="30672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84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85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6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7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8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9" name="Table 150"/>
          <p:cNvGraphicFramePr/>
          <p:nvPr/>
        </p:nvGraphicFramePr>
        <p:xfrm>
          <a:off x="5728320" y="218880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90" name="CustomShape 151"/>
          <p:cNvSpPr/>
          <p:nvPr/>
        </p:nvSpPr>
        <p:spPr>
          <a:xfrm>
            <a:off x="558684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91" name="CustomShape 152"/>
          <p:cNvSpPr/>
          <p:nvPr/>
        </p:nvSpPr>
        <p:spPr>
          <a:xfrm>
            <a:off x="693216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92" name="CustomShape 153"/>
          <p:cNvSpPr/>
          <p:nvPr/>
        </p:nvSpPr>
        <p:spPr>
          <a:xfrm>
            <a:off x="1769760" y="25250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93" name="CustomShape 154"/>
          <p:cNvSpPr/>
          <p:nvPr/>
        </p:nvSpPr>
        <p:spPr>
          <a:xfrm>
            <a:off x="5239800" y="1896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94" name="CustomShape 155"/>
          <p:cNvSpPr/>
          <p:nvPr/>
        </p:nvSpPr>
        <p:spPr>
          <a:xfrm>
            <a:off x="6216120" y="1896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95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6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2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3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7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8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9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2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23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24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5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6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7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8" name="Table 189"/>
          <p:cNvGraphicFramePr/>
          <p:nvPr/>
        </p:nvGraphicFramePr>
        <p:xfrm>
          <a:off x="2305800" y="290088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9" name="CustomShape 190"/>
          <p:cNvSpPr/>
          <p:nvPr/>
        </p:nvSpPr>
        <p:spPr>
          <a:xfrm>
            <a:off x="338832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30" name="CustomShape 191"/>
          <p:cNvSpPr/>
          <p:nvPr/>
        </p:nvSpPr>
        <p:spPr>
          <a:xfrm>
            <a:off x="2185920" y="32385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31" name="CustomShape 192"/>
          <p:cNvSpPr/>
          <p:nvPr/>
        </p:nvSpPr>
        <p:spPr>
          <a:xfrm>
            <a:off x="1766880" y="32385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32" name="CustomShape 193"/>
          <p:cNvSpPr/>
          <p:nvPr/>
        </p:nvSpPr>
        <p:spPr>
          <a:xfrm>
            <a:off x="497808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33" name="CustomShape 194"/>
          <p:cNvSpPr/>
          <p:nvPr/>
        </p:nvSpPr>
        <p:spPr>
          <a:xfrm>
            <a:off x="662796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34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35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6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7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8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9" name="Table 200"/>
          <p:cNvGraphicFramePr/>
          <p:nvPr/>
        </p:nvGraphicFramePr>
        <p:xfrm>
          <a:off x="3530880" y="290232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Table 201"/>
          <p:cNvGraphicFramePr/>
          <p:nvPr/>
        </p:nvGraphicFramePr>
        <p:xfrm>
          <a:off x="5114160" y="290088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41" name="CustomShape 202"/>
          <p:cNvSpPr/>
          <p:nvPr/>
        </p:nvSpPr>
        <p:spPr>
          <a:xfrm>
            <a:off x="2768760" y="26154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42" name="CustomShape 203"/>
          <p:cNvSpPr/>
          <p:nvPr/>
        </p:nvSpPr>
        <p:spPr>
          <a:xfrm>
            <a:off x="4176000" y="26154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43" name="CustomShape 204"/>
          <p:cNvSpPr/>
          <p:nvPr/>
        </p:nvSpPr>
        <p:spPr>
          <a:xfrm>
            <a:off x="5760360" y="261540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44" name="CustomShape 205"/>
          <p:cNvSpPr/>
          <p:nvPr/>
        </p:nvSpPr>
        <p:spPr>
          <a:xfrm>
            <a:off x="1634400" y="22248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45" name="CustomShape 206"/>
          <p:cNvSpPr/>
          <p:nvPr/>
        </p:nvSpPr>
        <p:spPr>
          <a:xfrm>
            <a:off x="1634400" y="294228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6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7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3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4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5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9" name="Table 230"/>
          <p:cNvGraphicFramePr/>
          <p:nvPr/>
        </p:nvGraphicFramePr>
        <p:xfrm>
          <a:off x="2373840" y="3825000"/>
          <a:ext cx="1038600" cy="30672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70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71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2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3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4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5" name="CustomShape 236"/>
          <p:cNvSpPr/>
          <p:nvPr/>
        </p:nvSpPr>
        <p:spPr>
          <a:xfrm>
            <a:off x="2729520" y="35323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6" name="CustomShape 237"/>
          <p:cNvSpPr/>
          <p:nvPr/>
        </p:nvSpPr>
        <p:spPr>
          <a:xfrm>
            <a:off x="2260440" y="416160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7" name="CustomShape 238"/>
          <p:cNvSpPr/>
          <p:nvPr/>
        </p:nvSpPr>
        <p:spPr>
          <a:xfrm>
            <a:off x="326376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8" name="Table 239"/>
          <p:cNvGraphicFramePr/>
          <p:nvPr/>
        </p:nvGraphicFramePr>
        <p:xfrm>
          <a:off x="3409920" y="382716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9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80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1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2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84" name="CustomShape 245"/>
          <p:cNvSpPr/>
          <p:nvPr/>
        </p:nvSpPr>
        <p:spPr>
          <a:xfrm>
            <a:off x="4155840" y="35323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5" name="CustomShape 246"/>
          <p:cNvSpPr/>
          <p:nvPr/>
        </p:nvSpPr>
        <p:spPr>
          <a:xfrm>
            <a:off x="497160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6" name="Table 247"/>
          <p:cNvGraphicFramePr/>
          <p:nvPr/>
        </p:nvGraphicFramePr>
        <p:xfrm>
          <a:off x="5115600" y="3825720"/>
          <a:ext cx="914400" cy="30672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7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8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9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0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1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92" name="Table 253"/>
          <p:cNvGraphicFramePr/>
          <p:nvPr/>
        </p:nvGraphicFramePr>
        <p:xfrm>
          <a:off x="6031440" y="382500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93" name="CustomShape 254"/>
          <p:cNvSpPr/>
          <p:nvPr/>
        </p:nvSpPr>
        <p:spPr>
          <a:xfrm>
            <a:off x="588564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4" name="CustomShape 255"/>
          <p:cNvSpPr/>
          <p:nvPr/>
        </p:nvSpPr>
        <p:spPr>
          <a:xfrm>
            <a:off x="722844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5" name="CustomShape 256"/>
          <p:cNvSpPr/>
          <p:nvPr/>
        </p:nvSpPr>
        <p:spPr>
          <a:xfrm>
            <a:off x="1773000" y="416160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6" name="CustomShape 257"/>
          <p:cNvSpPr/>
          <p:nvPr/>
        </p:nvSpPr>
        <p:spPr>
          <a:xfrm>
            <a:off x="5399640" y="35323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7" name="CustomShape 258"/>
          <p:cNvSpPr/>
          <p:nvPr/>
        </p:nvSpPr>
        <p:spPr>
          <a:xfrm>
            <a:off x="6536160" y="35323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8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9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5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6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0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1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22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5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6" name="Group 287"/>
          <p:cNvGrpSpPr/>
          <p:nvPr/>
        </p:nvGrpSpPr>
        <p:grpSpPr>
          <a:xfrm>
            <a:off x="3472560" y="4883400"/>
            <a:ext cx="190440" cy="54000"/>
            <a:chOff x="3472560" y="4883400"/>
            <a:chExt cx="190440" cy="54000"/>
          </a:xfrm>
        </p:grpSpPr>
        <p:sp>
          <p:nvSpPr>
            <p:cNvPr id="527" name="Line 288"/>
            <p:cNvSpPr/>
            <p:nvPr/>
          </p:nvSpPr>
          <p:spPr>
            <a:xfrm flipV="1">
              <a:off x="3472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8" name="Line 289"/>
            <p:cNvSpPr/>
            <p:nvPr/>
          </p:nvSpPr>
          <p:spPr>
            <a:xfrm flipV="1">
              <a:off x="35337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9" name="Line 290"/>
            <p:cNvSpPr/>
            <p:nvPr/>
          </p:nvSpPr>
          <p:spPr>
            <a:xfrm flipV="1">
              <a:off x="359820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0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1" name="Table 292"/>
          <p:cNvGraphicFramePr/>
          <p:nvPr/>
        </p:nvGraphicFramePr>
        <p:xfrm>
          <a:off x="2309040" y="453708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32" name="CustomShape 293"/>
          <p:cNvSpPr/>
          <p:nvPr/>
        </p:nvSpPr>
        <p:spPr>
          <a:xfrm>
            <a:off x="339156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3" name="CustomShape 294"/>
          <p:cNvSpPr/>
          <p:nvPr/>
        </p:nvSpPr>
        <p:spPr>
          <a:xfrm>
            <a:off x="2189160" y="4874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4" name="CustomShape 295"/>
          <p:cNvSpPr/>
          <p:nvPr/>
        </p:nvSpPr>
        <p:spPr>
          <a:xfrm>
            <a:off x="1770120" y="4874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5" name="CustomShape 296"/>
          <p:cNvSpPr/>
          <p:nvPr/>
        </p:nvSpPr>
        <p:spPr>
          <a:xfrm>
            <a:off x="498132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6" name="CustomShape 297"/>
          <p:cNvSpPr/>
          <p:nvPr/>
        </p:nvSpPr>
        <p:spPr>
          <a:xfrm>
            <a:off x="663120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7" name="Group 298"/>
          <p:cNvGrpSpPr/>
          <p:nvPr/>
        </p:nvGrpSpPr>
        <p:grpSpPr>
          <a:xfrm>
            <a:off x="4998240" y="4881960"/>
            <a:ext cx="190080" cy="54000"/>
            <a:chOff x="4998240" y="4881960"/>
            <a:chExt cx="190080" cy="54000"/>
          </a:xfrm>
        </p:grpSpPr>
        <p:sp>
          <p:nvSpPr>
            <p:cNvPr id="538" name="Line 299"/>
            <p:cNvSpPr/>
            <p:nvPr/>
          </p:nvSpPr>
          <p:spPr>
            <a:xfrm flipV="1">
              <a:off x="4998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9" name="Line 300"/>
            <p:cNvSpPr/>
            <p:nvPr/>
          </p:nvSpPr>
          <p:spPr>
            <a:xfrm flipV="1">
              <a:off x="50594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0" name="Line 301"/>
            <p:cNvSpPr/>
            <p:nvPr/>
          </p:nvSpPr>
          <p:spPr>
            <a:xfrm flipV="1">
              <a:off x="51238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1" name="Line 302"/>
            <p:cNvSpPr/>
            <p:nvPr/>
          </p:nvSpPr>
          <p:spPr>
            <a:xfrm flipV="1">
              <a:off x="51879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42" name="Table 303"/>
          <p:cNvGraphicFramePr/>
          <p:nvPr/>
        </p:nvGraphicFramePr>
        <p:xfrm>
          <a:off x="3534120" y="453852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3" name="Table 304"/>
          <p:cNvGraphicFramePr/>
          <p:nvPr/>
        </p:nvGraphicFramePr>
        <p:xfrm>
          <a:off x="5117400" y="453708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44" name="CustomShape 305"/>
          <p:cNvSpPr/>
          <p:nvPr/>
        </p:nvSpPr>
        <p:spPr>
          <a:xfrm>
            <a:off x="2772000" y="42516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5" name="CustomShape 306"/>
          <p:cNvSpPr/>
          <p:nvPr/>
        </p:nvSpPr>
        <p:spPr>
          <a:xfrm>
            <a:off x="4179240" y="42516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6" name="CustomShape 307"/>
          <p:cNvSpPr/>
          <p:nvPr/>
        </p:nvSpPr>
        <p:spPr>
          <a:xfrm>
            <a:off x="5704920" y="425160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7" name="CustomShape 308"/>
          <p:cNvSpPr/>
          <p:nvPr/>
        </p:nvSpPr>
        <p:spPr>
          <a:xfrm>
            <a:off x="1637640" y="38610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8" name="CustomShape 309"/>
          <p:cNvSpPr/>
          <p:nvPr/>
        </p:nvSpPr>
        <p:spPr>
          <a:xfrm>
            <a:off x="1637640" y="457884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</TotalTime>
  <Words>194</Words>
  <Application>Microsoft Office PowerPoint</Application>
  <PresentationFormat>Apresentação na tela (4:3)</PresentationFormat>
  <Paragraphs>118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DejaVu Sans</vt:lpstr>
      <vt:lpstr>Noto Sans CJK SC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UFV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JOSE ELIAS CLAUDIO ARROYO</dc:creator>
  <dc:description/>
  <cp:lastModifiedBy>geflx</cp:lastModifiedBy>
  <cp:revision>39</cp:revision>
  <dcterms:created xsi:type="dcterms:W3CDTF">2016-11-22T14:51:13Z</dcterms:created>
  <dcterms:modified xsi:type="dcterms:W3CDTF">2020-04-27T18:52:45Z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UFV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