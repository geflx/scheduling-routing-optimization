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88" autoAdjust="0"/>
    <p:restoredTop sz="94660"/>
  </p:normalViewPr>
  <p:slideViewPr>
    <p:cSldViewPr snapToGrid="0">
      <p:cViewPr>
        <p:scale>
          <a:sx n="318" d="100"/>
          <a:sy n="318" d="100"/>
        </p:scale>
        <p:origin x="-6312" y="-3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17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17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95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98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96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54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05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2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90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99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5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BA076-8B35-4E1F-B697-3ED20C277519}" type="datetimeFigureOut">
              <a:rPr lang="en-GB" smtClean="0"/>
              <a:t>27/04/2020</a:t>
            </a:fld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C78A3-226B-46E2-A4A4-64316EB56BA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45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Table 1"/>
          <p:cNvGraphicFramePr/>
          <p:nvPr/>
        </p:nvGraphicFramePr>
        <p:xfrm>
          <a:off x="3422640" y="2193480"/>
          <a:ext cx="1484640" cy="314280"/>
        </p:xfrm>
        <a:graphic>
          <a:graphicData uri="http://schemas.openxmlformats.org/drawingml/2006/table">
            <a:tbl>
              <a:tblPr/>
              <a:tblGrid>
                <a:gridCol w="148464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 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   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… 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1.|N</a:t>
                      </a:r>
                      <a:r>
                        <a:rPr lang="en-US" sz="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170" name="Group 2"/>
          <p:cNvGrpSpPr/>
          <p:nvPr/>
        </p:nvGrpSpPr>
        <p:grpSpPr>
          <a:xfrm>
            <a:off x="3414000" y="2549160"/>
            <a:ext cx="4968000" cy="54000"/>
            <a:chOff x="1890000" y="2549160"/>
            <a:chExt cx="4968000" cy="54000"/>
          </a:xfrm>
        </p:grpSpPr>
        <p:sp>
          <p:nvSpPr>
            <p:cNvPr id="171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2" name="Line 4"/>
            <p:cNvSpPr/>
            <p:nvPr/>
          </p:nvSpPr>
          <p:spPr>
            <a:xfrm flipV="1">
              <a:off x="189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3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4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7"/>
            <p:cNvSpPr/>
            <p:nvPr/>
          </p:nvSpPr>
          <p:spPr>
            <a:xfrm flipV="1">
              <a:off x="263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4"/>
            <p:cNvSpPr/>
            <p:nvPr/>
          </p:nvSpPr>
          <p:spPr>
            <a:xfrm flipV="1">
              <a:off x="4124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8"/>
            <p:cNvSpPr/>
            <p:nvPr/>
          </p:nvSpPr>
          <p:spPr>
            <a:xfrm flipV="1">
              <a:off x="58647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3"/>
            <p:cNvSpPr/>
            <p:nvPr/>
          </p:nvSpPr>
          <p:spPr>
            <a:xfrm flipV="1">
              <a:off x="4870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6" name="CustomShape 48"/>
          <p:cNvSpPr/>
          <p:nvPr/>
        </p:nvSpPr>
        <p:spPr>
          <a:xfrm>
            <a:off x="486480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i="1" spc="-1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spc="-1" dirty="0">
              <a:latin typeface="Arial"/>
            </a:endParaRPr>
          </a:p>
        </p:txBody>
      </p:sp>
      <p:graphicFrame>
        <p:nvGraphicFramePr>
          <p:cNvPr id="217" name="Table 49"/>
          <p:cNvGraphicFramePr/>
          <p:nvPr/>
        </p:nvGraphicFramePr>
        <p:xfrm>
          <a:off x="4904040" y="2197800"/>
          <a:ext cx="1466280" cy="307800"/>
        </p:xfrm>
        <a:graphic>
          <a:graphicData uri="http://schemas.openxmlformats.org/drawingml/2006/table">
            <a:tbl>
              <a:tblPr/>
              <a:tblGrid>
                <a:gridCol w="1466280"/>
              </a:tblGrid>
              <a:tr h="30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 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    …    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2.|N</a:t>
                      </a:r>
                      <a:r>
                        <a:rPr lang="en-US" sz="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9AE"/>
                    </a:solidFill>
                  </a:tcPr>
                </a:tc>
              </a:tr>
            </a:tbl>
          </a:graphicData>
        </a:graphic>
      </p:graphicFrame>
      <p:sp>
        <p:nvSpPr>
          <p:cNvPr id="218" name="CustomShape 50"/>
          <p:cNvSpPr/>
          <p:nvPr/>
        </p:nvSpPr>
        <p:spPr>
          <a:xfrm>
            <a:off x="681312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19" name="Table 51"/>
          <p:cNvGraphicFramePr/>
          <p:nvPr>
            <p:extLst>
              <p:ext uri="{D42A27DB-BD31-4B8C-83A1-F6EECF244321}">
                <p14:modId xmlns:p14="http://schemas.microsoft.com/office/powerpoint/2010/main" val="1359012835"/>
              </p:ext>
            </p:extLst>
          </p:nvPr>
        </p:nvGraphicFramePr>
        <p:xfrm>
          <a:off x="6370320" y="2196720"/>
          <a:ext cx="667800" cy="307080"/>
        </p:xfrm>
        <a:graphic>
          <a:graphicData uri="http://schemas.openxmlformats.org/drawingml/2006/table">
            <a:tbl>
              <a:tblPr/>
              <a:tblGrid>
                <a:gridCol w="6678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...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0" name="Table 52"/>
          <p:cNvGraphicFramePr/>
          <p:nvPr/>
        </p:nvGraphicFramePr>
        <p:xfrm>
          <a:off x="7037760" y="2201760"/>
          <a:ext cx="1343520" cy="304800"/>
        </p:xfrm>
        <a:graphic>
          <a:graphicData uri="http://schemas.openxmlformats.org/drawingml/2006/table">
            <a:tbl>
              <a:tblPr/>
              <a:tblGrid>
                <a:gridCol w="1343520"/>
              </a:tblGrid>
              <a:tr h="30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</a:t>
                      </a: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    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…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k.|N</a:t>
                      </a:r>
                      <a:r>
                        <a:rPr lang="en-US" sz="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7A19A"/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3"/>
          <p:cNvSpPr/>
          <p:nvPr/>
        </p:nvSpPr>
        <p:spPr>
          <a:xfrm>
            <a:off x="745248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CustomShape 54"/>
          <p:cNvSpPr/>
          <p:nvPr/>
        </p:nvSpPr>
        <p:spPr>
          <a:xfrm>
            <a:off x="878952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55"/>
          <p:cNvSpPr/>
          <p:nvPr/>
        </p:nvSpPr>
        <p:spPr>
          <a:xfrm>
            <a:off x="330024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spc="-1">
              <a:latin typeface="Arial"/>
            </a:endParaRPr>
          </a:p>
        </p:txBody>
      </p:sp>
      <p:sp>
        <p:nvSpPr>
          <p:cNvPr id="224" name="CustomShape 56"/>
          <p:cNvSpPr/>
          <p:nvPr/>
        </p:nvSpPr>
        <p:spPr>
          <a:xfrm>
            <a:off x="3083160" y="222336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i="1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spc="-1">
              <a:latin typeface="Arial"/>
            </a:endParaRPr>
          </a:p>
        </p:txBody>
      </p:sp>
      <p:sp>
        <p:nvSpPr>
          <p:cNvPr id="225" name="CustomShape 57"/>
          <p:cNvSpPr/>
          <p:nvPr/>
        </p:nvSpPr>
        <p:spPr>
          <a:xfrm>
            <a:off x="6876480" y="1920240"/>
            <a:ext cx="31176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i="1" spc="-1" dirty="0">
                <a:solidFill>
                  <a:srgbClr val="000000"/>
                </a:solidFill>
                <a:latin typeface="Times New Roman"/>
                <a:ea typeface="DejaVu Sans"/>
              </a:rPr>
              <a:t>...</a:t>
            </a:r>
            <a:endParaRPr lang="en-US" sz="1400" spc="-1" dirty="0">
              <a:latin typeface="Arial"/>
            </a:endParaRPr>
          </a:p>
        </p:txBody>
      </p:sp>
      <p:pic>
        <p:nvPicPr>
          <p:cNvPr id="228" name="Imagem 227"/>
          <p:cNvPicPr/>
          <p:nvPr/>
        </p:nvPicPr>
        <p:blipFill>
          <a:blip r:embed="rId2"/>
          <a:srcRect l="24122" t="30257" r="57866" b="48371"/>
          <a:stretch/>
        </p:blipFill>
        <p:spPr>
          <a:xfrm>
            <a:off x="4675297" y="2761803"/>
            <a:ext cx="590704" cy="380022"/>
          </a:xfrm>
          <a:prstGeom prst="rect">
            <a:avLst/>
          </a:prstGeom>
          <a:ln>
            <a:noFill/>
          </a:ln>
        </p:spPr>
      </p:pic>
      <p:pic>
        <p:nvPicPr>
          <p:cNvPr id="229" name="Imagem 228"/>
          <p:cNvPicPr/>
          <p:nvPr/>
        </p:nvPicPr>
        <p:blipFill>
          <a:blip r:embed="rId3"/>
          <a:srcRect l="21992" t="39104" r="60994" b="39545"/>
          <a:stretch/>
        </p:blipFill>
        <p:spPr>
          <a:xfrm>
            <a:off x="6202560" y="2761804"/>
            <a:ext cx="529560" cy="365205"/>
          </a:xfrm>
          <a:prstGeom prst="rect">
            <a:avLst/>
          </a:prstGeom>
          <a:ln>
            <a:noFill/>
          </a:ln>
        </p:spPr>
      </p:pic>
      <p:pic>
        <p:nvPicPr>
          <p:cNvPr id="230" name="Imagem 229"/>
          <p:cNvPicPr/>
          <p:nvPr/>
        </p:nvPicPr>
        <p:blipFill>
          <a:blip r:embed="rId4"/>
          <a:srcRect l="11350" t="34072" r="70640" b="46355"/>
          <a:stretch/>
        </p:blipFill>
        <p:spPr>
          <a:xfrm>
            <a:off x="8001741" y="2768365"/>
            <a:ext cx="569719" cy="346234"/>
          </a:xfrm>
          <a:prstGeom prst="rect">
            <a:avLst/>
          </a:prstGeom>
          <a:ln>
            <a:noFill/>
          </a:ln>
        </p:spPr>
      </p:pic>
      <p:sp>
        <p:nvSpPr>
          <p:cNvPr id="231" name="Line 60"/>
          <p:cNvSpPr/>
          <p:nvPr/>
        </p:nvSpPr>
        <p:spPr>
          <a:xfrm flipV="1">
            <a:off x="381000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Line 61"/>
          <p:cNvSpPr/>
          <p:nvPr/>
        </p:nvSpPr>
        <p:spPr>
          <a:xfrm>
            <a:off x="417576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Line 62"/>
          <p:cNvSpPr/>
          <p:nvPr/>
        </p:nvSpPr>
        <p:spPr>
          <a:xfrm>
            <a:off x="435864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4" name="Line 63"/>
          <p:cNvSpPr/>
          <p:nvPr/>
        </p:nvSpPr>
        <p:spPr>
          <a:xfrm>
            <a:off x="527304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Line 64"/>
          <p:cNvSpPr/>
          <p:nvPr/>
        </p:nvSpPr>
        <p:spPr>
          <a:xfrm>
            <a:off x="563880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Line 65"/>
          <p:cNvSpPr/>
          <p:nvPr/>
        </p:nvSpPr>
        <p:spPr>
          <a:xfrm>
            <a:off x="582168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Line 66"/>
          <p:cNvSpPr/>
          <p:nvPr/>
        </p:nvSpPr>
        <p:spPr>
          <a:xfrm>
            <a:off x="737616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Line 67"/>
          <p:cNvSpPr/>
          <p:nvPr/>
        </p:nvSpPr>
        <p:spPr>
          <a:xfrm>
            <a:off x="774192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Line 68"/>
          <p:cNvSpPr/>
          <p:nvPr/>
        </p:nvSpPr>
        <p:spPr>
          <a:xfrm>
            <a:off x="792480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" name="Conector de seta reta 5"/>
          <p:cNvCxnSpPr/>
          <p:nvPr/>
        </p:nvCxnSpPr>
        <p:spPr>
          <a:xfrm>
            <a:off x="4905480" y="2038351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stomShape 48"/>
          <p:cNvSpPr/>
          <p:nvPr/>
        </p:nvSpPr>
        <p:spPr>
          <a:xfrm>
            <a:off x="631956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</p:txBody>
      </p:sp>
      <p:cxnSp>
        <p:nvCxnSpPr>
          <p:cNvPr id="11" name="Conector de seta reta 10"/>
          <p:cNvCxnSpPr/>
          <p:nvPr/>
        </p:nvCxnSpPr>
        <p:spPr>
          <a:xfrm flipV="1">
            <a:off x="3427695" y="2767404"/>
            <a:ext cx="387360" cy="1925"/>
          </a:xfrm>
          <a:prstGeom prst="straightConnector1">
            <a:avLst/>
          </a:prstGeom>
          <a:ln>
            <a:solidFill>
              <a:schemeClr val="tx1"/>
            </a:solidFill>
            <a:headEnd type="arrow" w="sm" len="med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5"/>
          <a:srcRect l="58627" t="56439" r="35227" b="36339"/>
          <a:stretch/>
        </p:blipFill>
        <p:spPr>
          <a:xfrm>
            <a:off x="3511498" y="2822774"/>
            <a:ext cx="210303" cy="139014"/>
          </a:xfrm>
          <a:prstGeom prst="rect">
            <a:avLst/>
          </a:prstGeom>
        </p:spPr>
      </p:pic>
      <p:sp>
        <p:nvSpPr>
          <p:cNvPr id="90" name="CustomShape 48"/>
          <p:cNvSpPr/>
          <p:nvPr/>
        </p:nvSpPr>
        <p:spPr>
          <a:xfrm>
            <a:off x="632727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i="1" spc="-1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spc="-1" dirty="0">
              <a:latin typeface="Arial"/>
            </a:endParaRPr>
          </a:p>
        </p:txBody>
      </p:sp>
      <p:sp>
        <p:nvSpPr>
          <p:cNvPr id="96" name="CustomShape 48"/>
          <p:cNvSpPr/>
          <p:nvPr/>
        </p:nvSpPr>
        <p:spPr>
          <a:xfrm>
            <a:off x="8128642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i="1" spc="-1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k</a:t>
            </a:r>
            <a:endParaRPr lang="en-US" sz="1400" spc="-1" dirty="0">
              <a:latin typeface="Arial"/>
            </a:endParaRPr>
          </a:p>
        </p:txBody>
      </p:sp>
      <p:cxnSp>
        <p:nvCxnSpPr>
          <p:cNvPr id="100" name="Conector de seta reta 99"/>
          <p:cNvCxnSpPr/>
          <p:nvPr/>
        </p:nvCxnSpPr>
        <p:spPr>
          <a:xfrm flipV="1">
            <a:off x="4905480" y="2621232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/>
          <p:cNvCxnSpPr/>
          <p:nvPr/>
        </p:nvCxnSpPr>
        <p:spPr>
          <a:xfrm flipV="1">
            <a:off x="6394800" y="2621232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105"/>
          <p:cNvCxnSpPr/>
          <p:nvPr/>
        </p:nvCxnSpPr>
        <p:spPr>
          <a:xfrm flipV="1">
            <a:off x="8381640" y="2640207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3810000" y="2480304"/>
            <a:ext cx="0" cy="2681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110"/>
          <p:cNvCxnSpPr/>
          <p:nvPr/>
        </p:nvCxnSpPr>
        <p:spPr>
          <a:xfrm>
            <a:off x="6367950" y="2038351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de seta reta 111"/>
          <p:cNvCxnSpPr/>
          <p:nvPr/>
        </p:nvCxnSpPr>
        <p:spPr>
          <a:xfrm>
            <a:off x="8371920" y="2038351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4139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DejaVu Sans</vt:lpstr>
      <vt:lpstr>Noto Sans CJK SC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geflx</dc:creator>
  <cp:lastModifiedBy>geflx</cp:lastModifiedBy>
  <cp:revision>1</cp:revision>
  <dcterms:created xsi:type="dcterms:W3CDTF">2020-04-27T18:52:48Z</dcterms:created>
  <dcterms:modified xsi:type="dcterms:W3CDTF">2020-04-27T18:56:27Z</dcterms:modified>
</cp:coreProperties>
</file>