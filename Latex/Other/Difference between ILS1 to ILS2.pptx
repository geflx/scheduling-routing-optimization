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984" y="-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43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86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21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46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67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229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61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07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7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36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57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9E29-572F-43D2-9A93-7919BDC4F85F}" type="datetimeFigureOut">
              <a:rPr lang="en-GB" smtClean="0"/>
              <a:t>17/04/2020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3E28F-228F-45F8-A922-F5704F7F029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51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2"/>
          <a:srcRect l="60400" t="54771" r="11347" b="38174"/>
          <a:stretch/>
        </p:blipFill>
        <p:spPr>
          <a:xfrm>
            <a:off x="3657600" y="2760462"/>
            <a:ext cx="5167082" cy="72571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/>
          <a:srcRect l="60366" t="45591" r="21190" b="47072"/>
          <a:stretch/>
        </p:blipFill>
        <p:spPr>
          <a:xfrm>
            <a:off x="3657600" y="1843315"/>
            <a:ext cx="3373194" cy="754744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4"/>
          <a:srcRect l="52460" t="79312" r="45079" b="13915"/>
          <a:stretch/>
        </p:blipFill>
        <p:spPr>
          <a:xfrm>
            <a:off x="2968169" y="1843315"/>
            <a:ext cx="449943" cy="69668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3"/>
          <a:srcRect l="51667" t="45873" r="45119" b="46790"/>
          <a:stretch/>
        </p:blipFill>
        <p:spPr>
          <a:xfrm>
            <a:off x="2358570" y="1843315"/>
            <a:ext cx="587829" cy="754744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 rotWithShape="1">
          <a:blip r:embed="rId2"/>
          <a:srcRect l="86709" t="58651" r="12498" b="38809"/>
          <a:stretch/>
        </p:blipFill>
        <p:spPr>
          <a:xfrm>
            <a:off x="2873828" y="2220687"/>
            <a:ext cx="145143" cy="26125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4"/>
          <a:srcRect l="52460" t="79312" r="45079" b="13915"/>
          <a:stretch/>
        </p:blipFill>
        <p:spPr>
          <a:xfrm>
            <a:off x="2975425" y="2754576"/>
            <a:ext cx="449943" cy="696686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 rotWithShape="1">
          <a:blip r:embed="rId3"/>
          <a:srcRect l="51667" t="45873" r="45119" b="46790"/>
          <a:stretch/>
        </p:blipFill>
        <p:spPr>
          <a:xfrm>
            <a:off x="2358570" y="2754573"/>
            <a:ext cx="587829" cy="754744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 rotWithShape="1">
          <a:blip r:embed="rId2"/>
          <a:srcRect l="86709" t="58651" r="12498" b="38809"/>
          <a:stretch/>
        </p:blipFill>
        <p:spPr>
          <a:xfrm>
            <a:off x="2891969" y="3219032"/>
            <a:ext cx="145143" cy="261258"/>
          </a:xfrm>
          <a:prstGeom prst="rect">
            <a:avLst/>
          </a:prstGeom>
        </p:spPr>
      </p:pic>
      <p:cxnSp>
        <p:nvCxnSpPr>
          <p:cNvPr id="29" name="Conector reto 28"/>
          <p:cNvCxnSpPr/>
          <p:nvPr/>
        </p:nvCxnSpPr>
        <p:spPr>
          <a:xfrm>
            <a:off x="2287133" y="2220687"/>
            <a:ext cx="323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/>
          <p:nvPr/>
        </p:nvCxnSpPr>
        <p:spPr>
          <a:xfrm>
            <a:off x="2287133" y="2220687"/>
            <a:ext cx="0" cy="9112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>
            <a:off x="2287133" y="3131945"/>
            <a:ext cx="304387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3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geflx</dc:creator>
  <cp:lastModifiedBy>geflx</cp:lastModifiedBy>
  <cp:revision>5</cp:revision>
  <dcterms:created xsi:type="dcterms:W3CDTF">2020-04-17T18:52:45Z</dcterms:created>
  <dcterms:modified xsi:type="dcterms:W3CDTF">2020-04-17T20:12:32Z</dcterms:modified>
</cp:coreProperties>
</file>