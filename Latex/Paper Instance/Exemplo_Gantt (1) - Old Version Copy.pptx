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59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6" autoAdjust="0"/>
  </p:normalViewPr>
  <p:slideViewPr>
    <p:cSldViewPr snapToGrid="0">
      <p:cViewPr>
        <p:scale>
          <a:sx n="75" d="100"/>
          <a:sy n="75" d="100"/>
        </p:scale>
        <p:origin x="-52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C268478F-71DE-46CD-9D29-F6BFF2B3B8BD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4/8/2020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57B1D83-02D2-47B1-B132-486FDD356DEA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1"/>
          <p:cNvGrpSpPr/>
          <p:nvPr/>
        </p:nvGrpSpPr>
        <p:grpSpPr>
          <a:xfrm>
            <a:off x="1890000" y="2549160"/>
            <a:ext cx="6096240" cy="54000"/>
            <a:chOff x="1890000" y="2549160"/>
            <a:chExt cx="6096240" cy="54000"/>
          </a:xfrm>
        </p:grpSpPr>
        <p:sp>
          <p:nvSpPr>
            <p:cNvPr id="42" name="Line 2"/>
            <p:cNvSpPr/>
            <p:nvPr/>
          </p:nvSpPr>
          <p:spPr>
            <a:xfrm>
              <a:off x="1890000" y="2555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" name="Line 3"/>
            <p:cNvSpPr/>
            <p:nvPr/>
          </p:nvSpPr>
          <p:spPr>
            <a:xfrm flipV="1">
              <a:off x="1892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" name="Line 4"/>
            <p:cNvSpPr/>
            <p:nvPr/>
          </p:nvSpPr>
          <p:spPr>
            <a:xfrm flipV="1">
              <a:off x="2194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" name="Line 5"/>
            <p:cNvSpPr/>
            <p:nvPr/>
          </p:nvSpPr>
          <p:spPr>
            <a:xfrm flipV="1">
              <a:off x="2496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" name="Line 6"/>
            <p:cNvSpPr/>
            <p:nvPr/>
          </p:nvSpPr>
          <p:spPr>
            <a:xfrm flipV="1">
              <a:off x="27993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" name="Line 7"/>
            <p:cNvSpPr/>
            <p:nvPr/>
          </p:nvSpPr>
          <p:spPr>
            <a:xfrm flipV="1">
              <a:off x="3412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" name="Line 8"/>
            <p:cNvSpPr/>
            <p:nvPr/>
          </p:nvSpPr>
          <p:spPr>
            <a:xfrm flipV="1">
              <a:off x="43304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" name="Line 9"/>
            <p:cNvSpPr/>
            <p:nvPr/>
          </p:nvSpPr>
          <p:spPr>
            <a:xfrm flipV="1">
              <a:off x="4025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" name="Line 10"/>
            <p:cNvSpPr/>
            <p:nvPr/>
          </p:nvSpPr>
          <p:spPr>
            <a:xfrm flipV="1">
              <a:off x="3720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" name="Line 11"/>
            <p:cNvSpPr/>
            <p:nvPr/>
          </p:nvSpPr>
          <p:spPr>
            <a:xfrm flipV="1">
              <a:off x="3107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" name="Line 12"/>
            <p:cNvSpPr/>
            <p:nvPr/>
          </p:nvSpPr>
          <p:spPr>
            <a:xfrm flipV="1">
              <a:off x="4940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" name="Line 13"/>
            <p:cNvSpPr/>
            <p:nvPr/>
          </p:nvSpPr>
          <p:spPr>
            <a:xfrm flipV="1">
              <a:off x="4631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4" name="Line 14"/>
            <p:cNvSpPr/>
            <p:nvPr/>
          </p:nvSpPr>
          <p:spPr>
            <a:xfrm flipV="1">
              <a:off x="5241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5" name="Line 15"/>
            <p:cNvSpPr/>
            <p:nvPr/>
          </p:nvSpPr>
          <p:spPr>
            <a:xfrm flipV="1">
              <a:off x="6158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6" name="Line 16"/>
            <p:cNvSpPr/>
            <p:nvPr/>
          </p:nvSpPr>
          <p:spPr>
            <a:xfrm flipV="1">
              <a:off x="6464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7" name="Line 17"/>
            <p:cNvSpPr/>
            <p:nvPr/>
          </p:nvSpPr>
          <p:spPr>
            <a:xfrm flipV="1">
              <a:off x="6767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8" name="Line 18"/>
            <p:cNvSpPr/>
            <p:nvPr/>
          </p:nvSpPr>
          <p:spPr>
            <a:xfrm flipV="1">
              <a:off x="7073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9" name="Line 19"/>
            <p:cNvSpPr/>
            <p:nvPr/>
          </p:nvSpPr>
          <p:spPr>
            <a:xfrm flipV="1">
              <a:off x="7376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0" name="Line 20"/>
            <p:cNvSpPr/>
            <p:nvPr/>
          </p:nvSpPr>
          <p:spPr>
            <a:xfrm flipV="1">
              <a:off x="7682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1" name="Line 21"/>
            <p:cNvSpPr/>
            <p:nvPr/>
          </p:nvSpPr>
          <p:spPr>
            <a:xfrm flipV="1">
              <a:off x="7985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2" name="Line 22"/>
            <p:cNvSpPr/>
            <p:nvPr/>
          </p:nvSpPr>
          <p:spPr>
            <a:xfrm flipV="1">
              <a:off x="55476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3" name="Line 23"/>
            <p:cNvSpPr/>
            <p:nvPr/>
          </p:nvSpPr>
          <p:spPr>
            <a:xfrm flipV="1">
              <a:off x="58500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64" name="Table 24"/>
          <p:cNvGraphicFramePr/>
          <p:nvPr/>
        </p:nvGraphicFramePr>
        <p:xfrm>
          <a:off x="2440800" y="2208240"/>
          <a:ext cx="1278000" cy="307440"/>
        </p:xfrm>
        <a:graphic>
          <a:graphicData uri="http://schemas.openxmlformats.org/drawingml/2006/table">
            <a:tbl>
              <a:tblPr/>
              <a:tblGrid>
                <a:gridCol w="127800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7,  15,  13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65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66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7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8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9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0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1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2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3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4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5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6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7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8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9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0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1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2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3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4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5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6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7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88" name="Group 48"/>
          <p:cNvGrpSpPr/>
          <p:nvPr/>
        </p:nvGrpSpPr>
        <p:grpSpPr>
          <a:xfrm>
            <a:off x="2250720" y="2552400"/>
            <a:ext cx="190440" cy="54000"/>
            <a:chOff x="2250720" y="2552400"/>
            <a:chExt cx="190440" cy="54000"/>
          </a:xfrm>
        </p:grpSpPr>
        <p:sp>
          <p:nvSpPr>
            <p:cNvPr id="89" name="Line 49"/>
            <p:cNvSpPr/>
            <p:nvPr/>
          </p:nvSpPr>
          <p:spPr>
            <a:xfrm flipV="1">
              <a:off x="22507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0" name="Line 50"/>
            <p:cNvSpPr/>
            <p:nvPr/>
          </p:nvSpPr>
          <p:spPr>
            <a:xfrm flipV="1">
              <a:off x="23119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1" name="Line 51"/>
            <p:cNvSpPr/>
            <p:nvPr/>
          </p:nvSpPr>
          <p:spPr>
            <a:xfrm flipV="1">
              <a:off x="23767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2" name="Line 52"/>
            <p:cNvSpPr/>
            <p:nvPr/>
          </p:nvSpPr>
          <p:spPr>
            <a:xfrm flipV="1">
              <a:off x="244080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93" name="CustomShape 53"/>
          <p:cNvSpPr/>
          <p:nvPr/>
        </p:nvSpPr>
        <p:spPr>
          <a:xfrm>
            <a:off x="2907360" y="1914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4" name="CustomShape 54"/>
          <p:cNvSpPr/>
          <p:nvPr/>
        </p:nvSpPr>
        <p:spPr>
          <a:xfrm>
            <a:off x="232668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95" name="CustomShape 55"/>
          <p:cNvSpPr/>
          <p:nvPr/>
        </p:nvSpPr>
        <p:spPr>
          <a:xfrm>
            <a:off x="356868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30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96" name="Table 56"/>
          <p:cNvGraphicFramePr/>
          <p:nvPr/>
        </p:nvGraphicFramePr>
        <p:xfrm>
          <a:off x="3719880" y="2209680"/>
          <a:ext cx="1706400" cy="307080"/>
        </p:xfrm>
        <a:graphic>
          <a:graphicData uri="http://schemas.openxmlformats.org/drawingml/2006/table">
            <a:tbl>
              <a:tblPr/>
              <a:tblGrid>
                <a:gridCol w="170640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97" name="Group 57"/>
          <p:cNvGrpSpPr/>
          <p:nvPr/>
        </p:nvGrpSpPr>
        <p:grpSpPr>
          <a:xfrm>
            <a:off x="5299560" y="2549520"/>
            <a:ext cx="190440" cy="54000"/>
            <a:chOff x="5299560" y="2549520"/>
            <a:chExt cx="190440" cy="54000"/>
          </a:xfrm>
        </p:grpSpPr>
        <p:sp>
          <p:nvSpPr>
            <p:cNvPr id="98" name="Line 58"/>
            <p:cNvSpPr/>
            <p:nvPr/>
          </p:nvSpPr>
          <p:spPr>
            <a:xfrm flipV="1">
              <a:off x="529956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9" name="Line 59"/>
            <p:cNvSpPr/>
            <p:nvPr/>
          </p:nvSpPr>
          <p:spPr>
            <a:xfrm flipV="1">
              <a:off x="536112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0" name="Line 60"/>
            <p:cNvSpPr/>
            <p:nvPr/>
          </p:nvSpPr>
          <p:spPr>
            <a:xfrm flipV="1">
              <a:off x="542556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1" name="Line 61"/>
            <p:cNvSpPr/>
            <p:nvPr/>
          </p:nvSpPr>
          <p:spPr>
            <a:xfrm flipV="1">
              <a:off x="548964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102" name="CustomShape 62"/>
          <p:cNvSpPr/>
          <p:nvPr/>
        </p:nvSpPr>
        <p:spPr>
          <a:xfrm>
            <a:off x="4450320" y="1914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3" name="CustomShape 63"/>
          <p:cNvSpPr/>
          <p:nvPr/>
        </p:nvSpPr>
        <p:spPr>
          <a:xfrm>
            <a:off x="528912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58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104" name="Table 64"/>
          <p:cNvGraphicFramePr/>
          <p:nvPr/>
        </p:nvGraphicFramePr>
        <p:xfrm>
          <a:off x="5428080" y="220824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105" name="Group 65"/>
          <p:cNvGrpSpPr/>
          <p:nvPr/>
        </p:nvGrpSpPr>
        <p:grpSpPr>
          <a:xfrm>
            <a:off x="5913720" y="2554560"/>
            <a:ext cx="190440" cy="54000"/>
            <a:chOff x="5913720" y="2554560"/>
            <a:chExt cx="190440" cy="54000"/>
          </a:xfrm>
        </p:grpSpPr>
        <p:sp>
          <p:nvSpPr>
            <p:cNvPr id="106" name="Line 66"/>
            <p:cNvSpPr/>
            <p:nvPr/>
          </p:nvSpPr>
          <p:spPr>
            <a:xfrm flipV="1">
              <a:off x="59137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7" name="Line 67"/>
            <p:cNvSpPr/>
            <p:nvPr/>
          </p:nvSpPr>
          <p:spPr>
            <a:xfrm flipV="1">
              <a:off x="59749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8" name="Line 68"/>
            <p:cNvSpPr/>
            <p:nvPr/>
          </p:nvSpPr>
          <p:spPr>
            <a:xfrm flipV="1">
              <a:off x="60397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9" name="Line 69"/>
            <p:cNvSpPr/>
            <p:nvPr/>
          </p:nvSpPr>
          <p:spPr>
            <a:xfrm flipV="1">
              <a:off x="610380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10" name="Table 70"/>
          <p:cNvGraphicFramePr/>
          <p:nvPr/>
        </p:nvGraphicFramePr>
        <p:xfrm>
          <a:off x="6039720" y="220788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111" name="CustomShape 71"/>
          <p:cNvSpPr/>
          <p:nvPr/>
        </p:nvSpPr>
        <p:spPr>
          <a:xfrm>
            <a:off x="589644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2" name="CustomShape 72"/>
          <p:cNvSpPr/>
          <p:nvPr/>
        </p:nvSpPr>
        <p:spPr>
          <a:xfrm>
            <a:off x="723348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3" name="CustomShape 73"/>
          <p:cNvSpPr/>
          <p:nvPr/>
        </p:nvSpPr>
        <p:spPr>
          <a:xfrm>
            <a:off x="177624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4" name="CustomShape 74"/>
          <p:cNvSpPr/>
          <p:nvPr/>
        </p:nvSpPr>
        <p:spPr>
          <a:xfrm>
            <a:off x="5556960" y="1914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15" name="CustomShape 75"/>
          <p:cNvSpPr/>
          <p:nvPr/>
        </p:nvSpPr>
        <p:spPr>
          <a:xfrm>
            <a:off x="6539760" y="1914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116" name="Group 76"/>
          <p:cNvGrpSpPr/>
          <p:nvPr/>
        </p:nvGrpSpPr>
        <p:grpSpPr>
          <a:xfrm>
            <a:off x="1892880" y="3261960"/>
            <a:ext cx="6096240" cy="54000"/>
            <a:chOff x="1892880" y="3261960"/>
            <a:chExt cx="6096240" cy="54000"/>
          </a:xfrm>
        </p:grpSpPr>
        <p:sp>
          <p:nvSpPr>
            <p:cNvPr id="117" name="Line 77"/>
            <p:cNvSpPr/>
            <p:nvPr/>
          </p:nvSpPr>
          <p:spPr>
            <a:xfrm>
              <a:off x="1892880" y="3268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8" name="Line 78"/>
            <p:cNvSpPr/>
            <p:nvPr/>
          </p:nvSpPr>
          <p:spPr>
            <a:xfrm flipV="1">
              <a:off x="1895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9" name="Line 79"/>
            <p:cNvSpPr/>
            <p:nvPr/>
          </p:nvSpPr>
          <p:spPr>
            <a:xfrm flipV="1">
              <a:off x="21978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0" name="Line 80"/>
            <p:cNvSpPr/>
            <p:nvPr/>
          </p:nvSpPr>
          <p:spPr>
            <a:xfrm flipV="1">
              <a:off x="249984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1" name="Line 81"/>
            <p:cNvSpPr/>
            <p:nvPr/>
          </p:nvSpPr>
          <p:spPr>
            <a:xfrm flipV="1">
              <a:off x="28026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2" name="Line 82"/>
            <p:cNvSpPr/>
            <p:nvPr/>
          </p:nvSpPr>
          <p:spPr>
            <a:xfrm flipV="1">
              <a:off x="34156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3" name="Line 83"/>
            <p:cNvSpPr/>
            <p:nvPr/>
          </p:nvSpPr>
          <p:spPr>
            <a:xfrm flipV="1">
              <a:off x="43333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4" name="Line 84"/>
            <p:cNvSpPr/>
            <p:nvPr/>
          </p:nvSpPr>
          <p:spPr>
            <a:xfrm flipV="1">
              <a:off x="40284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5" name="Line 85"/>
            <p:cNvSpPr/>
            <p:nvPr/>
          </p:nvSpPr>
          <p:spPr>
            <a:xfrm flipV="1">
              <a:off x="37231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6" name="Line 86"/>
            <p:cNvSpPr/>
            <p:nvPr/>
          </p:nvSpPr>
          <p:spPr>
            <a:xfrm flipV="1">
              <a:off x="3110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7" name="Line 87"/>
            <p:cNvSpPr/>
            <p:nvPr/>
          </p:nvSpPr>
          <p:spPr>
            <a:xfrm flipV="1">
              <a:off x="49431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8" name="Line 88"/>
            <p:cNvSpPr/>
            <p:nvPr/>
          </p:nvSpPr>
          <p:spPr>
            <a:xfrm flipV="1">
              <a:off x="463464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9" name="Line 89"/>
            <p:cNvSpPr/>
            <p:nvPr/>
          </p:nvSpPr>
          <p:spPr>
            <a:xfrm flipV="1">
              <a:off x="52444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0" name="Line 90"/>
            <p:cNvSpPr/>
            <p:nvPr/>
          </p:nvSpPr>
          <p:spPr>
            <a:xfrm flipV="1">
              <a:off x="6161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1" name="Line 91"/>
            <p:cNvSpPr/>
            <p:nvPr/>
          </p:nvSpPr>
          <p:spPr>
            <a:xfrm flipV="1">
              <a:off x="6467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2" name="Line 92"/>
            <p:cNvSpPr/>
            <p:nvPr/>
          </p:nvSpPr>
          <p:spPr>
            <a:xfrm flipV="1">
              <a:off x="67701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3" name="Line 93"/>
            <p:cNvSpPr/>
            <p:nvPr/>
          </p:nvSpPr>
          <p:spPr>
            <a:xfrm flipV="1">
              <a:off x="70765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4" name="Line 94"/>
            <p:cNvSpPr/>
            <p:nvPr/>
          </p:nvSpPr>
          <p:spPr>
            <a:xfrm flipV="1">
              <a:off x="73789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5" name="Line 95"/>
            <p:cNvSpPr/>
            <p:nvPr/>
          </p:nvSpPr>
          <p:spPr>
            <a:xfrm flipV="1">
              <a:off x="76849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6" name="Line 96"/>
            <p:cNvSpPr/>
            <p:nvPr/>
          </p:nvSpPr>
          <p:spPr>
            <a:xfrm flipV="1">
              <a:off x="7988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7" name="Line 97"/>
            <p:cNvSpPr/>
            <p:nvPr/>
          </p:nvSpPr>
          <p:spPr>
            <a:xfrm flipV="1">
              <a:off x="55504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8" name="Line 98"/>
            <p:cNvSpPr/>
            <p:nvPr/>
          </p:nvSpPr>
          <p:spPr>
            <a:xfrm flipV="1">
              <a:off x="58528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39" name="Group 99"/>
          <p:cNvGrpSpPr/>
          <p:nvPr/>
        </p:nvGrpSpPr>
        <p:grpSpPr>
          <a:xfrm>
            <a:off x="2250720" y="3264480"/>
            <a:ext cx="190440" cy="54000"/>
            <a:chOff x="2250720" y="3264480"/>
            <a:chExt cx="190440" cy="54000"/>
          </a:xfrm>
        </p:grpSpPr>
        <p:sp>
          <p:nvSpPr>
            <p:cNvPr id="140" name="Line 100"/>
            <p:cNvSpPr/>
            <p:nvPr/>
          </p:nvSpPr>
          <p:spPr>
            <a:xfrm flipV="1">
              <a:off x="22507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1" name="Line 101"/>
            <p:cNvSpPr/>
            <p:nvPr/>
          </p:nvSpPr>
          <p:spPr>
            <a:xfrm flipV="1">
              <a:off x="23119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2" name="Line 102"/>
            <p:cNvSpPr/>
            <p:nvPr/>
          </p:nvSpPr>
          <p:spPr>
            <a:xfrm flipV="1">
              <a:off x="23767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3" name="Line 103"/>
            <p:cNvSpPr/>
            <p:nvPr/>
          </p:nvSpPr>
          <p:spPr>
            <a:xfrm flipV="1">
              <a:off x="244080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44" name="Group 104"/>
          <p:cNvGrpSpPr/>
          <p:nvPr/>
        </p:nvGrpSpPr>
        <p:grpSpPr>
          <a:xfrm>
            <a:off x="3475800" y="3266280"/>
            <a:ext cx="190440" cy="54000"/>
            <a:chOff x="3475800" y="3266280"/>
            <a:chExt cx="190440" cy="54000"/>
          </a:xfrm>
        </p:grpSpPr>
        <p:sp>
          <p:nvSpPr>
            <p:cNvPr id="145" name="Line 105"/>
            <p:cNvSpPr/>
            <p:nvPr/>
          </p:nvSpPr>
          <p:spPr>
            <a:xfrm flipV="1">
              <a:off x="34758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6" name="Line 106"/>
            <p:cNvSpPr/>
            <p:nvPr/>
          </p:nvSpPr>
          <p:spPr>
            <a:xfrm flipV="1">
              <a:off x="35370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7" name="Line 107"/>
            <p:cNvSpPr/>
            <p:nvPr/>
          </p:nvSpPr>
          <p:spPr>
            <a:xfrm flipV="1">
              <a:off x="36018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8" name="Line 108"/>
            <p:cNvSpPr/>
            <p:nvPr/>
          </p:nvSpPr>
          <p:spPr>
            <a:xfrm flipV="1">
              <a:off x="366588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49" name="Table 109"/>
          <p:cNvGraphicFramePr/>
          <p:nvPr/>
        </p:nvGraphicFramePr>
        <p:xfrm>
          <a:off x="2312280" y="291960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150" name="CustomShape 110"/>
          <p:cNvSpPr/>
          <p:nvPr/>
        </p:nvSpPr>
        <p:spPr>
          <a:xfrm>
            <a:off x="3394800" y="32576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1" name="CustomShape 111"/>
          <p:cNvSpPr/>
          <p:nvPr/>
        </p:nvSpPr>
        <p:spPr>
          <a:xfrm>
            <a:off x="2192040" y="32576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2" name="CustomShape 112"/>
          <p:cNvSpPr/>
          <p:nvPr/>
        </p:nvSpPr>
        <p:spPr>
          <a:xfrm>
            <a:off x="1773360" y="32576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3" name="CustomShape 113"/>
          <p:cNvSpPr/>
          <p:nvPr/>
        </p:nvSpPr>
        <p:spPr>
          <a:xfrm>
            <a:off x="5837760" y="32576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4" name="CustomShape 114"/>
          <p:cNvSpPr/>
          <p:nvPr/>
        </p:nvSpPr>
        <p:spPr>
          <a:xfrm>
            <a:off x="7488000" y="32576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94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155" name="Group 115"/>
          <p:cNvGrpSpPr/>
          <p:nvPr/>
        </p:nvGrpSpPr>
        <p:grpSpPr>
          <a:xfrm>
            <a:off x="5917320" y="3264480"/>
            <a:ext cx="190440" cy="54000"/>
            <a:chOff x="5917320" y="3264480"/>
            <a:chExt cx="190440" cy="54000"/>
          </a:xfrm>
        </p:grpSpPr>
        <p:sp>
          <p:nvSpPr>
            <p:cNvPr id="156" name="Line 116"/>
            <p:cNvSpPr/>
            <p:nvPr/>
          </p:nvSpPr>
          <p:spPr>
            <a:xfrm flipV="1">
              <a:off x="59173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7" name="Line 117"/>
            <p:cNvSpPr/>
            <p:nvPr/>
          </p:nvSpPr>
          <p:spPr>
            <a:xfrm flipV="1">
              <a:off x="597888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8" name="Line 118"/>
            <p:cNvSpPr/>
            <p:nvPr/>
          </p:nvSpPr>
          <p:spPr>
            <a:xfrm flipV="1">
              <a:off x="60433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9" name="Line 119"/>
            <p:cNvSpPr/>
            <p:nvPr/>
          </p:nvSpPr>
          <p:spPr>
            <a:xfrm flipV="1">
              <a:off x="610740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60" name="Table 120"/>
          <p:cNvGraphicFramePr/>
          <p:nvPr/>
        </p:nvGraphicFramePr>
        <p:xfrm>
          <a:off x="3537360" y="2921040"/>
          <a:ext cx="2437560" cy="307080"/>
        </p:xfrm>
        <a:graphic>
          <a:graphicData uri="http://schemas.openxmlformats.org/drawingml/2006/table">
            <a:tbl>
              <a:tblPr/>
              <a:tblGrid>
                <a:gridCol w="24375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3,  6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pSp>
        <p:nvGrpSpPr>
          <p:cNvPr id="161" name="Group 121"/>
          <p:cNvGrpSpPr/>
          <p:nvPr/>
        </p:nvGrpSpPr>
        <p:grpSpPr>
          <a:xfrm>
            <a:off x="7440840" y="3262680"/>
            <a:ext cx="190080" cy="54000"/>
            <a:chOff x="7440840" y="3262680"/>
            <a:chExt cx="190080" cy="54000"/>
          </a:xfrm>
        </p:grpSpPr>
        <p:sp>
          <p:nvSpPr>
            <p:cNvPr id="162" name="Line 122"/>
            <p:cNvSpPr/>
            <p:nvPr/>
          </p:nvSpPr>
          <p:spPr>
            <a:xfrm flipV="1">
              <a:off x="74408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3" name="Line 123"/>
            <p:cNvSpPr/>
            <p:nvPr/>
          </p:nvSpPr>
          <p:spPr>
            <a:xfrm flipV="1">
              <a:off x="75020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4" name="Line 124"/>
            <p:cNvSpPr/>
            <p:nvPr/>
          </p:nvSpPr>
          <p:spPr>
            <a:xfrm flipV="1">
              <a:off x="75668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5" name="Line 125"/>
            <p:cNvSpPr/>
            <p:nvPr/>
          </p:nvSpPr>
          <p:spPr>
            <a:xfrm flipV="1">
              <a:off x="763056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66" name="Table 126"/>
          <p:cNvGraphicFramePr/>
          <p:nvPr/>
        </p:nvGraphicFramePr>
        <p:xfrm>
          <a:off x="5975280" y="292032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167" name="CustomShape 127"/>
          <p:cNvSpPr/>
          <p:nvPr/>
        </p:nvSpPr>
        <p:spPr>
          <a:xfrm>
            <a:off x="2775240" y="2634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8" name="CustomShape 128"/>
          <p:cNvSpPr/>
          <p:nvPr/>
        </p:nvSpPr>
        <p:spPr>
          <a:xfrm>
            <a:off x="4610160" y="2634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9" name="CustomShape 129"/>
          <p:cNvSpPr/>
          <p:nvPr/>
        </p:nvSpPr>
        <p:spPr>
          <a:xfrm>
            <a:off x="6582960" y="2634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70" name="CustomShape 130"/>
          <p:cNvSpPr/>
          <p:nvPr/>
        </p:nvSpPr>
        <p:spPr>
          <a:xfrm>
            <a:off x="1640880" y="224352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71" name="CustomShape 131"/>
          <p:cNvSpPr/>
          <p:nvPr/>
        </p:nvSpPr>
        <p:spPr>
          <a:xfrm>
            <a:off x="1640880" y="296136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Table 1"/>
          <p:cNvGraphicFramePr/>
          <p:nvPr/>
        </p:nvGraphicFramePr>
        <p:xfrm>
          <a:off x="1920240" y="2193480"/>
          <a:ext cx="1463040" cy="314280"/>
        </p:xfrm>
        <a:graphic>
          <a:graphicData uri="http://schemas.openxmlformats.org/drawingml/2006/table">
            <a:tbl>
              <a:tblPr/>
              <a:tblGrid>
                <a:gridCol w="1463040"/>
              </a:tblGrid>
              <a:tr h="314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1.1</a:t>
                      </a: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, 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1.2, … , </a:t>
                      </a: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1.|N</a:t>
                      </a:r>
                      <a:r>
                        <a:rPr lang="en-US" sz="6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|</a:t>
                      </a:r>
                      <a:endParaRPr lang="en-US" sz="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173" name="Group 2"/>
          <p:cNvGrpSpPr/>
          <p:nvPr/>
        </p:nvGrpSpPr>
        <p:grpSpPr>
          <a:xfrm>
            <a:off x="1890000" y="2549160"/>
            <a:ext cx="4968000" cy="54000"/>
            <a:chOff x="1890000" y="2549160"/>
            <a:chExt cx="4968000" cy="54000"/>
          </a:xfrm>
        </p:grpSpPr>
        <p:sp>
          <p:nvSpPr>
            <p:cNvPr id="174" name="Line 3"/>
            <p:cNvSpPr/>
            <p:nvPr/>
          </p:nvSpPr>
          <p:spPr>
            <a:xfrm>
              <a:off x="1890000" y="2555280"/>
              <a:ext cx="49676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5" name="Line 4"/>
            <p:cNvSpPr/>
            <p:nvPr/>
          </p:nvSpPr>
          <p:spPr>
            <a:xfrm flipV="1">
              <a:off x="189252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6" name="Line 5"/>
            <p:cNvSpPr/>
            <p:nvPr/>
          </p:nvSpPr>
          <p:spPr>
            <a:xfrm flipV="1">
              <a:off x="2138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7" name="Line 6"/>
            <p:cNvSpPr/>
            <p:nvPr/>
          </p:nvSpPr>
          <p:spPr>
            <a:xfrm flipV="1">
              <a:off x="2384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8" name="Line 7"/>
            <p:cNvSpPr/>
            <p:nvPr/>
          </p:nvSpPr>
          <p:spPr>
            <a:xfrm flipV="1">
              <a:off x="263124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9" name="Line 8"/>
            <p:cNvSpPr/>
            <p:nvPr/>
          </p:nvSpPr>
          <p:spPr>
            <a:xfrm flipV="1">
              <a:off x="3130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0" name="Line 9"/>
            <p:cNvSpPr/>
            <p:nvPr/>
          </p:nvSpPr>
          <p:spPr>
            <a:xfrm flipV="1">
              <a:off x="3878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1" name="Line 10"/>
            <p:cNvSpPr/>
            <p:nvPr/>
          </p:nvSpPr>
          <p:spPr>
            <a:xfrm flipV="1">
              <a:off x="3629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2" name="Line 11"/>
            <p:cNvSpPr/>
            <p:nvPr/>
          </p:nvSpPr>
          <p:spPr>
            <a:xfrm flipV="1">
              <a:off x="33814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3" name="Line 12"/>
            <p:cNvSpPr/>
            <p:nvPr/>
          </p:nvSpPr>
          <p:spPr>
            <a:xfrm flipV="1">
              <a:off x="288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4" name="Line 13"/>
            <p:cNvSpPr/>
            <p:nvPr/>
          </p:nvSpPr>
          <p:spPr>
            <a:xfrm flipV="1">
              <a:off x="4375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5" name="Line 14"/>
            <p:cNvSpPr/>
            <p:nvPr/>
          </p:nvSpPr>
          <p:spPr>
            <a:xfrm flipV="1">
              <a:off x="41241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6" name="Line 15"/>
            <p:cNvSpPr/>
            <p:nvPr/>
          </p:nvSpPr>
          <p:spPr>
            <a:xfrm flipV="1">
              <a:off x="4620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7" name="Line 16"/>
            <p:cNvSpPr/>
            <p:nvPr/>
          </p:nvSpPr>
          <p:spPr>
            <a:xfrm flipV="1">
              <a:off x="53686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8" name="Line 17"/>
            <p:cNvSpPr/>
            <p:nvPr/>
          </p:nvSpPr>
          <p:spPr>
            <a:xfrm flipV="1">
              <a:off x="5618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9" name="Line 18"/>
            <p:cNvSpPr/>
            <p:nvPr/>
          </p:nvSpPr>
          <p:spPr>
            <a:xfrm flipV="1">
              <a:off x="58647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0" name="Line 19"/>
            <p:cNvSpPr/>
            <p:nvPr/>
          </p:nvSpPr>
          <p:spPr>
            <a:xfrm flipV="1">
              <a:off x="6113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1" name="Line 20"/>
            <p:cNvSpPr/>
            <p:nvPr/>
          </p:nvSpPr>
          <p:spPr>
            <a:xfrm flipV="1">
              <a:off x="63608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2" name="Line 21"/>
            <p:cNvSpPr/>
            <p:nvPr/>
          </p:nvSpPr>
          <p:spPr>
            <a:xfrm flipV="1">
              <a:off x="6609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3" name="Line 22"/>
            <p:cNvSpPr/>
            <p:nvPr/>
          </p:nvSpPr>
          <p:spPr>
            <a:xfrm flipV="1">
              <a:off x="6857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4" name="Line 23"/>
            <p:cNvSpPr/>
            <p:nvPr/>
          </p:nvSpPr>
          <p:spPr>
            <a:xfrm flipV="1">
              <a:off x="487080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5" name="Line 24"/>
            <p:cNvSpPr/>
            <p:nvPr/>
          </p:nvSpPr>
          <p:spPr>
            <a:xfrm flipV="1">
              <a:off x="5117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96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197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8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9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0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1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2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3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4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5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6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7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8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9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0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1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2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3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4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5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6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7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8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19" name="CustomShape 48"/>
          <p:cNvSpPr/>
          <p:nvPr/>
        </p:nvSpPr>
        <p:spPr>
          <a:xfrm>
            <a:off x="3200400" y="1920240"/>
            <a:ext cx="3229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graphicFrame>
        <p:nvGraphicFramePr>
          <p:cNvPr id="220" name="Table 49"/>
          <p:cNvGraphicFramePr/>
          <p:nvPr/>
        </p:nvGraphicFramePr>
        <p:xfrm>
          <a:off x="3380040" y="2197800"/>
          <a:ext cx="1466280" cy="307800"/>
        </p:xfrm>
        <a:graphic>
          <a:graphicData uri="http://schemas.openxmlformats.org/drawingml/2006/table">
            <a:tbl>
              <a:tblPr/>
              <a:tblGrid>
                <a:gridCol w="1466280"/>
              </a:tblGrid>
              <a:tr h="307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2.1</a:t>
                      </a: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, 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2.2, … , </a:t>
                      </a: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2.|N</a:t>
                      </a:r>
                      <a:r>
                        <a:rPr lang="en-US" sz="6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|</a:t>
                      </a:r>
                      <a:endParaRPr lang="en-US" sz="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9AE"/>
                    </a:solidFill>
                  </a:tcPr>
                </a:tc>
              </a:tr>
            </a:tbl>
          </a:graphicData>
        </a:graphic>
      </p:graphicFrame>
      <p:sp>
        <p:nvSpPr>
          <p:cNvPr id="221" name="CustomShape 50"/>
          <p:cNvSpPr/>
          <p:nvPr/>
        </p:nvSpPr>
        <p:spPr>
          <a:xfrm>
            <a:off x="528912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222" name="Table 51"/>
          <p:cNvGraphicFramePr/>
          <p:nvPr/>
        </p:nvGraphicFramePr>
        <p:xfrm>
          <a:off x="4846320" y="2196720"/>
          <a:ext cx="667800" cy="307080"/>
        </p:xfrm>
        <a:graphic>
          <a:graphicData uri="http://schemas.openxmlformats.org/drawingml/2006/table">
            <a:tbl>
              <a:tblPr/>
              <a:tblGrid>
                <a:gridCol w="66780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...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CE4E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3" name="Table 52"/>
          <p:cNvGraphicFramePr/>
          <p:nvPr/>
        </p:nvGraphicFramePr>
        <p:xfrm>
          <a:off x="5513760" y="2201760"/>
          <a:ext cx="1343520" cy="304800"/>
        </p:xfrm>
        <a:graphic>
          <a:graphicData uri="http://schemas.openxmlformats.org/drawingml/2006/table">
            <a:tbl>
              <a:tblPr/>
              <a:tblGrid>
                <a:gridCol w="1343520"/>
              </a:tblGrid>
              <a:tr h="302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k.1</a:t>
                      </a: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, 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k.2, … , </a:t>
                      </a: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J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k.|N</a:t>
                      </a:r>
                      <a:r>
                        <a:rPr lang="en-US" sz="6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k</a:t>
                      </a:r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|</a:t>
                      </a:r>
                      <a:endParaRPr lang="en-US" sz="9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7A19A"/>
                    </a:solidFill>
                  </a:tcPr>
                </a:tc>
              </a:tr>
            </a:tbl>
          </a:graphicData>
        </a:graphic>
      </p:graphicFrame>
      <p:sp>
        <p:nvSpPr>
          <p:cNvPr id="224" name="CustomShape 53"/>
          <p:cNvSpPr/>
          <p:nvPr/>
        </p:nvSpPr>
        <p:spPr>
          <a:xfrm>
            <a:off x="592848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5" name="CustomShape 54"/>
          <p:cNvSpPr/>
          <p:nvPr/>
        </p:nvSpPr>
        <p:spPr>
          <a:xfrm>
            <a:off x="726552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CustomShape 55"/>
          <p:cNvSpPr/>
          <p:nvPr/>
        </p:nvSpPr>
        <p:spPr>
          <a:xfrm>
            <a:off x="177624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27" name="CustomShape 56"/>
          <p:cNvSpPr/>
          <p:nvPr/>
        </p:nvSpPr>
        <p:spPr>
          <a:xfrm>
            <a:off x="1559160" y="222336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28" name="CustomShape 57"/>
          <p:cNvSpPr/>
          <p:nvPr/>
        </p:nvSpPr>
        <p:spPr>
          <a:xfrm>
            <a:off x="5352480" y="1920240"/>
            <a:ext cx="312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...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29" name="CustomShape 58"/>
          <p:cNvSpPr/>
          <p:nvPr/>
        </p:nvSpPr>
        <p:spPr>
          <a:xfrm>
            <a:off x="6675120" y="1920240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k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30" name="CustomShape 59"/>
          <p:cNvSpPr/>
          <p:nvPr/>
        </p:nvSpPr>
        <p:spPr>
          <a:xfrm>
            <a:off x="4707000" y="1920240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231" name="Imagem 230"/>
          <p:cNvPicPr/>
          <p:nvPr/>
        </p:nvPicPr>
        <p:blipFill>
          <a:blip r:embed="rId2"/>
          <a:srcRect l="24124" t="30261" r="57872" b="48378"/>
          <a:stretch/>
        </p:blipFill>
        <p:spPr>
          <a:xfrm>
            <a:off x="3063960" y="2651760"/>
            <a:ext cx="685080" cy="457200"/>
          </a:xfrm>
          <a:prstGeom prst="rect">
            <a:avLst/>
          </a:prstGeom>
          <a:ln>
            <a:noFill/>
          </a:ln>
        </p:spPr>
      </p:pic>
      <p:pic>
        <p:nvPicPr>
          <p:cNvPr id="232" name="Imagem 231"/>
          <p:cNvPicPr/>
          <p:nvPr/>
        </p:nvPicPr>
        <p:blipFill>
          <a:blip r:embed="rId3"/>
          <a:srcRect l="21994" t="39108" r="61002" b="39552"/>
          <a:stretch/>
        </p:blipFill>
        <p:spPr>
          <a:xfrm>
            <a:off x="4572000" y="2620080"/>
            <a:ext cx="693000" cy="488880"/>
          </a:xfrm>
          <a:prstGeom prst="rect">
            <a:avLst/>
          </a:prstGeom>
          <a:ln>
            <a:noFill/>
          </a:ln>
        </p:spPr>
      </p:pic>
      <p:pic>
        <p:nvPicPr>
          <p:cNvPr id="233" name="Imagem 232"/>
          <p:cNvPicPr/>
          <p:nvPr/>
        </p:nvPicPr>
        <p:blipFill>
          <a:blip r:embed="rId4"/>
          <a:srcRect l="11352" t="34075" r="70648" b="46362"/>
          <a:stretch/>
        </p:blipFill>
        <p:spPr>
          <a:xfrm>
            <a:off x="6476400" y="2651760"/>
            <a:ext cx="747360" cy="456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Table 1"/>
          <p:cNvGraphicFramePr/>
          <p:nvPr>
            <p:extLst>
              <p:ext uri="{D42A27DB-BD31-4B8C-83A1-F6EECF244321}">
                <p14:modId xmlns:p14="http://schemas.microsoft.com/office/powerpoint/2010/main" val="3418075481"/>
              </p:ext>
            </p:extLst>
          </p:nvPr>
        </p:nvGraphicFramePr>
        <p:xfrm>
          <a:off x="1920240" y="2193480"/>
          <a:ext cx="1441620" cy="314280"/>
        </p:xfrm>
        <a:graphic>
          <a:graphicData uri="http://schemas.openxmlformats.org/drawingml/2006/table">
            <a:tbl>
              <a:tblPr/>
              <a:tblGrid>
                <a:gridCol w="1441620"/>
              </a:tblGrid>
              <a:tr h="314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J</a:t>
                      </a:r>
                      <a:r>
                        <a:rPr lang="en-US" sz="11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,</a:t>
                      </a:r>
                      <a:r>
                        <a:rPr lang="en-US" sz="1400" b="0" strike="noStrike" spc="-1" baseline="0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 J</a:t>
                      </a:r>
                      <a:r>
                        <a:rPr lang="en-US" sz="1100" b="0" strike="noStrike" spc="-1" baseline="0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7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73" name="Group 2"/>
          <p:cNvGrpSpPr/>
          <p:nvPr/>
        </p:nvGrpSpPr>
        <p:grpSpPr>
          <a:xfrm>
            <a:off x="1890000" y="2549160"/>
            <a:ext cx="4968000" cy="54000"/>
            <a:chOff x="1890000" y="2549160"/>
            <a:chExt cx="4968000" cy="54000"/>
          </a:xfrm>
        </p:grpSpPr>
        <p:sp>
          <p:nvSpPr>
            <p:cNvPr id="174" name="Line 3"/>
            <p:cNvSpPr/>
            <p:nvPr/>
          </p:nvSpPr>
          <p:spPr>
            <a:xfrm>
              <a:off x="1890000" y="2555280"/>
              <a:ext cx="49676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5" name="Line 4"/>
            <p:cNvSpPr/>
            <p:nvPr/>
          </p:nvSpPr>
          <p:spPr>
            <a:xfrm flipV="1">
              <a:off x="189252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6" name="Line 5"/>
            <p:cNvSpPr/>
            <p:nvPr/>
          </p:nvSpPr>
          <p:spPr>
            <a:xfrm flipV="1">
              <a:off x="2138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7" name="Line 6"/>
            <p:cNvSpPr/>
            <p:nvPr/>
          </p:nvSpPr>
          <p:spPr>
            <a:xfrm flipV="1">
              <a:off x="2384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8" name="Line 7"/>
            <p:cNvSpPr/>
            <p:nvPr/>
          </p:nvSpPr>
          <p:spPr>
            <a:xfrm flipV="1">
              <a:off x="263124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9" name="Line 8"/>
            <p:cNvSpPr/>
            <p:nvPr/>
          </p:nvSpPr>
          <p:spPr>
            <a:xfrm flipV="1">
              <a:off x="3130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0" name="Line 9"/>
            <p:cNvSpPr/>
            <p:nvPr/>
          </p:nvSpPr>
          <p:spPr>
            <a:xfrm flipV="1">
              <a:off x="3878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1" name="Line 10"/>
            <p:cNvSpPr/>
            <p:nvPr/>
          </p:nvSpPr>
          <p:spPr>
            <a:xfrm flipV="1">
              <a:off x="3629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2" name="Line 11"/>
            <p:cNvSpPr/>
            <p:nvPr/>
          </p:nvSpPr>
          <p:spPr>
            <a:xfrm flipV="1">
              <a:off x="33814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3" name="Line 12"/>
            <p:cNvSpPr/>
            <p:nvPr/>
          </p:nvSpPr>
          <p:spPr>
            <a:xfrm flipV="1">
              <a:off x="288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4" name="Line 13"/>
            <p:cNvSpPr/>
            <p:nvPr/>
          </p:nvSpPr>
          <p:spPr>
            <a:xfrm flipV="1">
              <a:off x="4375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5" name="Line 14"/>
            <p:cNvSpPr/>
            <p:nvPr/>
          </p:nvSpPr>
          <p:spPr>
            <a:xfrm flipV="1">
              <a:off x="41241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6" name="Line 15"/>
            <p:cNvSpPr/>
            <p:nvPr/>
          </p:nvSpPr>
          <p:spPr>
            <a:xfrm flipV="1">
              <a:off x="4620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7" name="Line 16"/>
            <p:cNvSpPr/>
            <p:nvPr/>
          </p:nvSpPr>
          <p:spPr>
            <a:xfrm flipV="1">
              <a:off x="53686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8" name="Line 17"/>
            <p:cNvSpPr/>
            <p:nvPr/>
          </p:nvSpPr>
          <p:spPr>
            <a:xfrm flipV="1">
              <a:off x="5618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9" name="Line 18"/>
            <p:cNvSpPr/>
            <p:nvPr/>
          </p:nvSpPr>
          <p:spPr>
            <a:xfrm flipV="1">
              <a:off x="58647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0" name="Line 19"/>
            <p:cNvSpPr/>
            <p:nvPr/>
          </p:nvSpPr>
          <p:spPr>
            <a:xfrm flipV="1">
              <a:off x="6113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1" name="Line 20"/>
            <p:cNvSpPr/>
            <p:nvPr/>
          </p:nvSpPr>
          <p:spPr>
            <a:xfrm flipV="1">
              <a:off x="63608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2" name="Line 21"/>
            <p:cNvSpPr/>
            <p:nvPr/>
          </p:nvSpPr>
          <p:spPr>
            <a:xfrm flipV="1">
              <a:off x="6609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3" name="Line 22"/>
            <p:cNvSpPr/>
            <p:nvPr/>
          </p:nvSpPr>
          <p:spPr>
            <a:xfrm flipV="1">
              <a:off x="6857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4" name="Line 23"/>
            <p:cNvSpPr/>
            <p:nvPr/>
          </p:nvSpPr>
          <p:spPr>
            <a:xfrm flipV="1">
              <a:off x="487080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5" name="Line 24"/>
            <p:cNvSpPr/>
            <p:nvPr/>
          </p:nvSpPr>
          <p:spPr>
            <a:xfrm flipV="1">
              <a:off x="5117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96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197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8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9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0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1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2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3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4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5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6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7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8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9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0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1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2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3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4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5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6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7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8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19" name="CustomShape 48"/>
          <p:cNvSpPr/>
          <p:nvPr/>
        </p:nvSpPr>
        <p:spPr>
          <a:xfrm>
            <a:off x="3200400" y="1920240"/>
            <a:ext cx="3229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 smtClean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spc="-1" baseline="-25000" dirty="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 dirty="0">
              <a:latin typeface="Arial"/>
            </a:endParaRPr>
          </a:p>
        </p:txBody>
      </p:sp>
      <p:graphicFrame>
        <p:nvGraphicFramePr>
          <p:cNvPr id="220" name="Table 49"/>
          <p:cNvGraphicFramePr/>
          <p:nvPr>
            <p:extLst>
              <p:ext uri="{D42A27DB-BD31-4B8C-83A1-F6EECF244321}">
                <p14:modId xmlns:p14="http://schemas.microsoft.com/office/powerpoint/2010/main" val="2531786705"/>
              </p:ext>
            </p:extLst>
          </p:nvPr>
        </p:nvGraphicFramePr>
        <p:xfrm>
          <a:off x="3361860" y="2195513"/>
          <a:ext cx="1505880" cy="312738"/>
        </p:xfrm>
        <a:graphic>
          <a:graphicData uri="http://schemas.openxmlformats.org/drawingml/2006/table">
            <a:tbl>
              <a:tblPr/>
              <a:tblGrid>
                <a:gridCol w="1505880"/>
              </a:tblGrid>
              <a:tr h="3127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J</a:t>
                      </a:r>
                      <a:r>
                        <a:rPr lang="en-US" sz="11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, J</a:t>
                      </a:r>
                      <a:r>
                        <a:rPr lang="en-US" sz="11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lang="en-US" sz="7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1" name="CustomShape 50"/>
          <p:cNvSpPr/>
          <p:nvPr/>
        </p:nvSpPr>
        <p:spPr>
          <a:xfrm>
            <a:off x="528912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222" name="Table 51"/>
          <p:cNvGraphicFramePr/>
          <p:nvPr>
            <p:extLst>
              <p:ext uri="{D42A27DB-BD31-4B8C-83A1-F6EECF244321}">
                <p14:modId xmlns:p14="http://schemas.microsoft.com/office/powerpoint/2010/main" val="391045281"/>
              </p:ext>
            </p:extLst>
          </p:nvPr>
        </p:nvGraphicFramePr>
        <p:xfrm>
          <a:off x="4870800" y="2195513"/>
          <a:ext cx="1977480" cy="312247"/>
        </p:xfrm>
        <a:graphic>
          <a:graphicData uri="http://schemas.openxmlformats.org/drawingml/2006/table">
            <a:tbl>
              <a:tblPr/>
              <a:tblGrid>
                <a:gridCol w="1977480"/>
              </a:tblGrid>
              <a:tr h="3122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J</a:t>
                      </a:r>
                      <a:r>
                        <a:rPr lang="en-US" sz="11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, J</a:t>
                      </a:r>
                      <a:r>
                        <a:rPr lang="en-US" sz="11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lang="en-US" sz="11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CE4E5"/>
                    </a:solidFill>
                  </a:tcPr>
                </a:tc>
              </a:tr>
            </a:tbl>
          </a:graphicData>
        </a:graphic>
      </p:graphicFrame>
      <p:sp>
        <p:nvSpPr>
          <p:cNvPr id="224" name="CustomShape 53"/>
          <p:cNvSpPr/>
          <p:nvPr/>
        </p:nvSpPr>
        <p:spPr>
          <a:xfrm>
            <a:off x="592848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5" name="CustomShape 54"/>
          <p:cNvSpPr/>
          <p:nvPr/>
        </p:nvSpPr>
        <p:spPr>
          <a:xfrm>
            <a:off x="726552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CustomShape 55"/>
          <p:cNvSpPr/>
          <p:nvPr/>
        </p:nvSpPr>
        <p:spPr>
          <a:xfrm>
            <a:off x="177624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27" name="CustomShape 56"/>
          <p:cNvSpPr/>
          <p:nvPr/>
        </p:nvSpPr>
        <p:spPr>
          <a:xfrm>
            <a:off x="1559160" y="222336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 dirty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29" name="CustomShape 58"/>
          <p:cNvSpPr/>
          <p:nvPr/>
        </p:nvSpPr>
        <p:spPr>
          <a:xfrm>
            <a:off x="6675120" y="1920240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 smtClean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spc="-1" baseline="-25000" dirty="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30" name="CustomShape 59"/>
          <p:cNvSpPr/>
          <p:nvPr/>
        </p:nvSpPr>
        <p:spPr>
          <a:xfrm>
            <a:off x="4707000" y="1920240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 smtClean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spc="-1" baseline="-25000" dirty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197800" y="500063"/>
            <a:ext cx="2374200" cy="2857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Sk = 88,180,301</a:t>
            </a:r>
            <a:endParaRPr lang="en-GB" dirty="0"/>
          </a:p>
        </p:txBody>
      </p:sp>
      <p:sp>
        <p:nvSpPr>
          <p:cNvPr id="65" name="CustomShape 56"/>
          <p:cNvSpPr/>
          <p:nvPr/>
        </p:nvSpPr>
        <p:spPr>
          <a:xfrm>
            <a:off x="3189967" y="254982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90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66" name="CustomShape 56"/>
          <p:cNvSpPr/>
          <p:nvPr/>
        </p:nvSpPr>
        <p:spPr>
          <a:xfrm>
            <a:off x="4662985" y="254412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180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67" name="CustomShape 56"/>
          <p:cNvSpPr/>
          <p:nvPr/>
        </p:nvSpPr>
        <p:spPr>
          <a:xfrm>
            <a:off x="6154560" y="2548595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270</a:t>
            </a:r>
            <a:endParaRPr lang="en-US" sz="1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267766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1"/>
          <p:cNvGrpSpPr/>
          <p:nvPr/>
        </p:nvGrpSpPr>
        <p:grpSpPr>
          <a:xfrm>
            <a:off x="1890000" y="767160"/>
            <a:ext cx="6096240" cy="54000"/>
            <a:chOff x="1890000" y="767160"/>
            <a:chExt cx="6096240" cy="54000"/>
          </a:xfrm>
        </p:grpSpPr>
        <p:sp>
          <p:nvSpPr>
            <p:cNvPr id="235" name="Line 2"/>
            <p:cNvSpPr/>
            <p:nvPr/>
          </p:nvSpPr>
          <p:spPr>
            <a:xfrm>
              <a:off x="1890000" y="773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6" name="Line 3"/>
            <p:cNvSpPr/>
            <p:nvPr/>
          </p:nvSpPr>
          <p:spPr>
            <a:xfrm flipV="1">
              <a:off x="1892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7" name="Line 4"/>
            <p:cNvSpPr/>
            <p:nvPr/>
          </p:nvSpPr>
          <p:spPr>
            <a:xfrm flipV="1">
              <a:off x="219492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8" name="Line 5"/>
            <p:cNvSpPr/>
            <p:nvPr/>
          </p:nvSpPr>
          <p:spPr>
            <a:xfrm flipV="1">
              <a:off x="24969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9" name="Line 6"/>
            <p:cNvSpPr/>
            <p:nvPr/>
          </p:nvSpPr>
          <p:spPr>
            <a:xfrm flipV="1">
              <a:off x="27993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0" name="Line 7"/>
            <p:cNvSpPr/>
            <p:nvPr/>
          </p:nvSpPr>
          <p:spPr>
            <a:xfrm flipV="1">
              <a:off x="34128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1" name="Line 8"/>
            <p:cNvSpPr/>
            <p:nvPr/>
          </p:nvSpPr>
          <p:spPr>
            <a:xfrm flipV="1">
              <a:off x="43304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2" name="Line 9"/>
            <p:cNvSpPr/>
            <p:nvPr/>
          </p:nvSpPr>
          <p:spPr>
            <a:xfrm flipV="1">
              <a:off x="40251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3" name="Line 10"/>
            <p:cNvSpPr/>
            <p:nvPr/>
          </p:nvSpPr>
          <p:spPr>
            <a:xfrm flipV="1">
              <a:off x="3720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4" name="Line 11"/>
            <p:cNvSpPr/>
            <p:nvPr/>
          </p:nvSpPr>
          <p:spPr>
            <a:xfrm flipV="1">
              <a:off x="3107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5" name="Line 12"/>
            <p:cNvSpPr/>
            <p:nvPr/>
          </p:nvSpPr>
          <p:spPr>
            <a:xfrm flipV="1">
              <a:off x="4940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6" name="Line 13"/>
            <p:cNvSpPr/>
            <p:nvPr/>
          </p:nvSpPr>
          <p:spPr>
            <a:xfrm flipV="1">
              <a:off x="46314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7" name="Line 14"/>
            <p:cNvSpPr/>
            <p:nvPr/>
          </p:nvSpPr>
          <p:spPr>
            <a:xfrm flipV="1">
              <a:off x="5241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8" name="Line 15"/>
            <p:cNvSpPr/>
            <p:nvPr/>
          </p:nvSpPr>
          <p:spPr>
            <a:xfrm flipV="1">
              <a:off x="6158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9" name="Line 16"/>
            <p:cNvSpPr/>
            <p:nvPr/>
          </p:nvSpPr>
          <p:spPr>
            <a:xfrm flipV="1">
              <a:off x="6464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0" name="Line 17"/>
            <p:cNvSpPr/>
            <p:nvPr/>
          </p:nvSpPr>
          <p:spPr>
            <a:xfrm flipV="1">
              <a:off x="6767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1" name="Line 18"/>
            <p:cNvSpPr/>
            <p:nvPr/>
          </p:nvSpPr>
          <p:spPr>
            <a:xfrm flipV="1">
              <a:off x="7073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2" name="Line 19"/>
            <p:cNvSpPr/>
            <p:nvPr/>
          </p:nvSpPr>
          <p:spPr>
            <a:xfrm flipV="1">
              <a:off x="7376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3" name="Line 20"/>
            <p:cNvSpPr/>
            <p:nvPr/>
          </p:nvSpPr>
          <p:spPr>
            <a:xfrm flipV="1">
              <a:off x="7682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4" name="Line 21"/>
            <p:cNvSpPr/>
            <p:nvPr/>
          </p:nvSpPr>
          <p:spPr>
            <a:xfrm flipV="1">
              <a:off x="7985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5" name="Line 22"/>
            <p:cNvSpPr/>
            <p:nvPr/>
          </p:nvSpPr>
          <p:spPr>
            <a:xfrm flipV="1">
              <a:off x="55476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6" name="Line 23"/>
            <p:cNvSpPr/>
            <p:nvPr/>
          </p:nvSpPr>
          <p:spPr>
            <a:xfrm flipV="1">
              <a:off x="58500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57" name="Table 24"/>
          <p:cNvGraphicFramePr/>
          <p:nvPr/>
        </p:nvGraphicFramePr>
        <p:xfrm>
          <a:off x="2376720" y="425520"/>
          <a:ext cx="1038960" cy="30744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258" name="Group 25"/>
          <p:cNvGrpSpPr/>
          <p:nvPr/>
        </p:nvGrpSpPr>
        <p:grpSpPr>
          <a:xfrm>
            <a:off x="2250720" y="770040"/>
            <a:ext cx="190440" cy="54000"/>
            <a:chOff x="2250720" y="770040"/>
            <a:chExt cx="190440" cy="54000"/>
          </a:xfrm>
        </p:grpSpPr>
        <p:sp>
          <p:nvSpPr>
            <p:cNvPr id="259" name="Line 26"/>
            <p:cNvSpPr/>
            <p:nvPr/>
          </p:nvSpPr>
          <p:spPr>
            <a:xfrm flipV="1">
              <a:off x="2250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0" name="Line 27"/>
            <p:cNvSpPr/>
            <p:nvPr/>
          </p:nvSpPr>
          <p:spPr>
            <a:xfrm flipV="1">
              <a:off x="23119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1" name="Line 28"/>
            <p:cNvSpPr/>
            <p:nvPr/>
          </p:nvSpPr>
          <p:spPr>
            <a:xfrm flipV="1">
              <a:off x="2376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2" name="Line 29"/>
            <p:cNvSpPr/>
            <p:nvPr/>
          </p:nvSpPr>
          <p:spPr>
            <a:xfrm flipV="1">
              <a:off x="244080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63" name="CustomShape 30"/>
          <p:cNvSpPr/>
          <p:nvPr/>
        </p:nvSpPr>
        <p:spPr>
          <a:xfrm>
            <a:off x="273276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64" name="CustomShape 31"/>
          <p:cNvSpPr/>
          <p:nvPr/>
        </p:nvSpPr>
        <p:spPr>
          <a:xfrm>
            <a:off x="226368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65" name="CustomShape 32"/>
          <p:cNvSpPr/>
          <p:nvPr/>
        </p:nvSpPr>
        <p:spPr>
          <a:xfrm>
            <a:off x="326700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66" name="Table 33"/>
          <p:cNvGraphicFramePr/>
          <p:nvPr/>
        </p:nvGraphicFramePr>
        <p:xfrm>
          <a:off x="3412800" y="42768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267" name="Group 34"/>
          <p:cNvGrpSpPr/>
          <p:nvPr/>
        </p:nvGrpSpPr>
        <p:grpSpPr>
          <a:xfrm>
            <a:off x="4993920" y="767520"/>
            <a:ext cx="190080" cy="54000"/>
            <a:chOff x="4993920" y="767520"/>
            <a:chExt cx="190080" cy="54000"/>
          </a:xfrm>
        </p:grpSpPr>
        <p:sp>
          <p:nvSpPr>
            <p:cNvPr id="268" name="Line 35"/>
            <p:cNvSpPr/>
            <p:nvPr/>
          </p:nvSpPr>
          <p:spPr>
            <a:xfrm flipV="1">
              <a:off x="49939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9" name="Line 36"/>
            <p:cNvSpPr/>
            <p:nvPr/>
          </p:nvSpPr>
          <p:spPr>
            <a:xfrm flipV="1">
              <a:off x="50551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0" name="Line 37"/>
            <p:cNvSpPr/>
            <p:nvPr/>
          </p:nvSpPr>
          <p:spPr>
            <a:xfrm flipV="1">
              <a:off x="511956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1" name="Line 38"/>
            <p:cNvSpPr/>
            <p:nvPr/>
          </p:nvSpPr>
          <p:spPr>
            <a:xfrm flipV="1">
              <a:off x="518364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72" name="CustomShape 39"/>
          <p:cNvSpPr/>
          <p:nvPr/>
        </p:nvSpPr>
        <p:spPr>
          <a:xfrm>
            <a:off x="415872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73" name="CustomShape 40"/>
          <p:cNvSpPr/>
          <p:nvPr/>
        </p:nvSpPr>
        <p:spPr>
          <a:xfrm>
            <a:off x="49748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74" name="Table 41"/>
          <p:cNvGraphicFramePr/>
          <p:nvPr/>
        </p:nvGraphicFramePr>
        <p:xfrm>
          <a:off x="5118840" y="42624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5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2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275" name="Group 42"/>
          <p:cNvGrpSpPr/>
          <p:nvPr/>
        </p:nvGrpSpPr>
        <p:grpSpPr>
          <a:xfrm>
            <a:off x="5604480" y="769320"/>
            <a:ext cx="190440" cy="54000"/>
            <a:chOff x="5604480" y="769320"/>
            <a:chExt cx="190440" cy="54000"/>
          </a:xfrm>
        </p:grpSpPr>
        <p:sp>
          <p:nvSpPr>
            <p:cNvPr id="276" name="Line 43"/>
            <p:cNvSpPr/>
            <p:nvPr/>
          </p:nvSpPr>
          <p:spPr>
            <a:xfrm flipV="1">
              <a:off x="5604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7" name="Line 44"/>
            <p:cNvSpPr/>
            <p:nvPr/>
          </p:nvSpPr>
          <p:spPr>
            <a:xfrm flipV="1">
              <a:off x="56656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8" name="Line 45"/>
            <p:cNvSpPr/>
            <p:nvPr/>
          </p:nvSpPr>
          <p:spPr>
            <a:xfrm flipV="1">
              <a:off x="5730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9" name="Line 46"/>
            <p:cNvSpPr/>
            <p:nvPr/>
          </p:nvSpPr>
          <p:spPr>
            <a:xfrm flipV="1">
              <a:off x="579456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80" name="Table 47"/>
          <p:cNvGraphicFramePr/>
          <p:nvPr/>
        </p:nvGraphicFramePr>
        <p:xfrm>
          <a:off x="5734800" y="42552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281" name="CustomShape 48"/>
          <p:cNvSpPr/>
          <p:nvPr/>
        </p:nvSpPr>
        <p:spPr>
          <a:xfrm>
            <a:off x="559332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2" name="CustomShape 49"/>
          <p:cNvSpPr/>
          <p:nvPr/>
        </p:nvSpPr>
        <p:spPr>
          <a:xfrm>
            <a:off x="69386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3" name="CustomShape 50"/>
          <p:cNvSpPr/>
          <p:nvPr/>
        </p:nvSpPr>
        <p:spPr>
          <a:xfrm>
            <a:off x="177624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4" name="CustomShape 51"/>
          <p:cNvSpPr/>
          <p:nvPr/>
        </p:nvSpPr>
        <p:spPr>
          <a:xfrm>
            <a:off x="524628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85" name="CustomShape 52"/>
          <p:cNvSpPr/>
          <p:nvPr/>
        </p:nvSpPr>
        <p:spPr>
          <a:xfrm>
            <a:off x="622260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286" name="Group 53"/>
          <p:cNvGrpSpPr/>
          <p:nvPr/>
        </p:nvGrpSpPr>
        <p:grpSpPr>
          <a:xfrm>
            <a:off x="1892880" y="1479960"/>
            <a:ext cx="6096240" cy="54000"/>
            <a:chOff x="1892880" y="1479960"/>
            <a:chExt cx="6096240" cy="54000"/>
          </a:xfrm>
        </p:grpSpPr>
        <p:sp>
          <p:nvSpPr>
            <p:cNvPr id="287" name="Line 54"/>
            <p:cNvSpPr/>
            <p:nvPr/>
          </p:nvSpPr>
          <p:spPr>
            <a:xfrm>
              <a:off x="1892880" y="1486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8" name="Line 55"/>
            <p:cNvSpPr/>
            <p:nvPr/>
          </p:nvSpPr>
          <p:spPr>
            <a:xfrm flipV="1">
              <a:off x="1895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9" name="Line 56"/>
            <p:cNvSpPr/>
            <p:nvPr/>
          </p:nvSpPr>
          <p:spPr>
            <a:xfrm flipV="1">
              <a:off x="21978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0" name="Line 57"/>
            <p:cNvSpPr/>
            <p:nvPr/>
          </p:nvSpPr>
          <p:spPr>
            <a:xfrm flipV="1">
              <a:off x="24998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1" name="Line 58"/>
            <p:cNvSpPr/>
            <p:nvPr/>
          </p:nvSpPr>
          <p:spPr>
            <a:xfrm flipV="1">
              <a:off x="28026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2" name="Line 59"/>
            <p:cNvSpPr/>
            <p:nvPr/>
          </p:nvSpPr>
          <p:spPr>
            <a:xfrm flipV="1">
              <a:off x="34156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3" name="Line 60"/>
            <p:cNvSpPr/>
            <p:nvPr/>
          </p:nvSpPr>
          <p:spPr>
            <a:xfrm flipV="1">
              <a:off x="43333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4" name="Line 61"/>
            <p:cNvSpPr/>
            <p:nvPr/>
          </p:nvSpPr>
          <p:spPr>
            <a:xfrm flipV="1">
              <a:off x="40284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5" name="Line 62"/>
            <p:cNvSpPr/>
            <p:nvPr/>
          </p:nvSpPr>
          <p:spPr>
            <a:xfrm flipV="1">
              <a:off x="37231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6" name="Line 63"/>
            <p:cNvSpPr/>
            <p:nvPr/>
          </p:nvSpPr>
          <p:spPr>
            <a:xfrm flipV="1">
              <a:off x="3110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7" name="Line 64"/>
            <p:cNvSpPr/>
            <p:nvPr/>
          </p:nvSpPr>
          <p:spPr>
            <a:xfrm flipV="1">
              <a:off x="4943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8" name="Line 65"/>
            <p:cNvSpPr/>
            <p:nvPr/>
          </p:nvSpPr>
          <p:spPr>
            <a:xfrm flipV="1">
              <a:off x="46346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9" name="Line 66"/>
            <p:cNvSpPr/>
            <p:nvPr/>
          </p:nvSpPr>
          <p:spPr>
            <a:xfrm flipV="1">
              <a:off x="5244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0" name="Line 67"/>
            <p:cNvSpPr/>
            <p:nvPr/>
          </p:nvSpPr>
          <p:spPr>
            <a:xfrm flipV="1">
              <a:off x="6161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1" name="Line 68"/>
            <p:cNvSpPr/>
            <p:nvPr/>
          </p:nvSpPr>
          <p:spPr>
            <a:xfrm flipV="1">
              <a:off x="6467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2" name="Line 69"/>
            <p:cNvSpPr/>
            <p:nvPr/>
          </p:nvSpPr>
          <p:spPr>
            <a:xfrm flipV="1">
              <a:off x="6770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3" name="Line 70"/>
            <p:cNvSpPr/>
            <p:nvPr/>
          </p:nvSpPr>
          <p:spPr>
            <a:xfrm flipV="1">
              <a:off x="70765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4" name="Line 71"/>
            <p:cNvSpPr/>
            <p:nvPr/>
          </p:nvSpPr>
          <p:spPr>
            <a:xfrm flipV="1">
              <a:off x="7378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5" name="Line 72"/>
            <p:cNvSpPr/>
            <p:nvPr/>
          </p:nvSpPr>
          <p:spPr>
            <a:xfrm flipV="1">
              <a:off x="7684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6" name="Line 73"/>
            <p:cNvSpPr/>
            <p:nvPr/>
          </p:nvSpPr>
          <p:spPr>
            <a:xfrm flipV="1">
              <a:off x="7988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7" name="Line 74"/>
            <p:cNvSpPr/>
            <p:nvPr/>
          </p:nvSpPr>
          <p:spPr>
            <a:xfrm flipV="1">
              <a:off x="5550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8" name="Line 75"/>
            <p:cNvSpPr/>
            <p:nvPr/>
          </p:nvSpPr>
          <p:spPr>
            <a:xfrm flipV="1">
              <a:off x="58528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09" name="Group 76"/>
          <p:cNvGrpSpPr/>
          <p:nvPr/>
        </p:nvGrpSpPr>
        <p:grpSpPr>
          <a:xfrm>
            <a:off x="2250720" y="1482480"/>
            <a:ext cx="190440" cy="54000"/>
            <a:chOff x="2250720" y="1482480"/>
            <a:chExt cx="190440" cy="54000"/>
          </a:xfrm>
        </p:grpSpPr>
        <p:sp>
          <p:nvSpPr>
            <p:cNvPr id="310" name="Line 77"/>
            <p:cNvSpPr/>
            <p:nvPr/>
          </p:nvSpPr>
          <p:spPr>
            <a:xfrm flipV="1">
              <a:off x="2250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1" name="Line 78"/>
            <p:cNvSpPr/>
            <p:nvPr/>
          </p:nvSpPr>
          <p:spPr>
            <a:xfrm flipV="1">
              <a:off x="23119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2" name="Line 79"/>
            <p:cNvSpPr/>
            <p:nvPr/>
          </p:nvSpPr>
          <p:spPr>
            <a:xfrm flipV="1">
              <a:off x="2376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3" name="Line 80"/>
            <p:cNvSpPr/>
            <p:nvPr/>
          </p:nvSpPr>
          <p:spPr>
            <a:xfrm flipV="1">
              <a:off x="244080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14" name="Group 81"/>
          <p:cNvGrpSpPr/>
          <p:nvPr/>
        </p:nvGrpSpPr>
        <p:grpSpPr>
          <a:xfrm>
            <a:off x="3475800" y="1483920"/>
            <a:ext cx="190440" cy="54000"/>
            <a:chOff x="3475800" y="1483920"/>
            <a:chExt cx="190440" cy="54000"/>
          </a:xfrm>
        </p:grpSpPr>
        <p:sp>
          <p:nvSpPr>
            <p:cNvPr id="315" name="Line 82"/>
            <p:cNvSpPr/>
            <p:nvPr/>
          </p:nvSpPr>
          <p:spPr>
            <a:xfrm flipV="1">
              <a:off x="3475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6" name="Line 83"/>
            <p:cNvSpPr/>
            <p:nvPr/>
          </p:nvSpPr>
          <p:spPr>
            <a:xfrm flipV="1">
              <a:off x="35370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7" name="Line 84"/>
            <p:cNvSpPr/>
            <p:nvPr/>
          </p:nvSpPr>
          <p:spPr>
            <a:xfrm flipV="1">
              <a:off x="3601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8" name="Line 85"/>
            <p:cNvSpPr/>
            <p:nvPr/>
          </p:nvSpPr>
          <p:spPr>
            <a:xfrm flipV="1">
              <a:off x="366588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19" name="Table 86"/>
          <p:cNvGraphicFramePr/>
          <p:nvPr/>
        </p:nvGraphicFramePr>
        <p:xfrm>
          <a:off x="2312280" y="113760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320" name="CustomShape 87"/>
          <p:cNvSpPr/>
          <p:nvPr/>
        </p:nvSpPr>
        <p:spPr>
          <a:xfrm>
            <a:off x="339480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1" name="CustomShape 88"/>
          <p:cNvSpPr/>
          <p:nvPr/>
        </p:nvSpPr>
        <p:spPr>
          <a:xfrm>
            <a:off x="219204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2" name="CustomShape 89"/>
          <p:cNvSpPr/>
          <p:nvPr/>
        </p:nvSpPr>
        <p:spPr>
          <a:xfrm>
            <a:off x="177336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3" name="CustomShape 90"/>
          <p:cNvSpPr/>
          <p:nvPr/>
        </p:nvSpPr>
        <p:spPr>
          <a:xfrm>
            <a:off x="498456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4" name="CustomShape 91"/>
          <p:cNvSpPr/>
          <p:nvPr/>
        </p:nvSpPr>
        <p:spPr>
          <a:xfrm>
            <a:off x="663444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325" name="Group 92"/>
          <p:cNvGrpSpPr/>
          <p:nvPr/>
        </p:nvGrpSpPr>
        <p:grpSpPr>
          <a:xfrm>
            <a:off x="5001480" y="1482480"/>
            <a:ext cx="190440" cy="54000"/>
            <a:chOff x="5001480" y="1482480"/>
            <a:chExt cx="190440" cy="54000"/>
          </a:xfrm>
        </p:grpSpPr>
        <p:sp>
          <p:nvSpPr>
            <p:cNvPr id="326" name="Line 93"/>
            <p:cNvSpPr/>
            <p:nvPr/>
          </p:nvSpPr>
          <p:spPr>
            <a:xfrm flipV="1">
              <a:off x="5001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7" name="Line 94"/>
            <p:cNvSpPr/>
            <p:nvPr/>
          </p:nvSpPr>
          <p:spPr>
            <a:xfrm flipV="1">
              <a:off x="506304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8" name="Line 95"/>
            <p:cNvSpPr/>
            <p:nvPr/>
          </p:nvSpPr>
          <p:spPr>
            <a:xfrm flipV="1">
              <a:off x="5127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9" name="Line 96"/>
            <p:cNvSpPr/>
            <p:nvPr/>
          </p:nvSpPr>
          <p:spPr>
            <a:xfrm flipV="1">
              <a:off x="519156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30" name="Table 97"/>
          <p:cNvGraphicFramePr/>
          <p:nvPr/>
        </p:nvGraphicFramePr>
        <p:xfrm>
          <a:off x="3537360" y="113904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1" name="Table 98"/>
          <p:cNvGraphicFramePr/>
          <p:nvPr/>
        </p:nvGraphicFramePr>
        <p:xfrm>
          <a:off x="5120280" y="113760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332" name="CustomShape 99"/>
          <p:cNvSpPr/>
          <p:nvPr/>
        </p:nvSpPr>
        <p:spPr>
          <a:xfrm>
            <a:off x="277524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3" name="CustomShape 100"/>
          <p:cNvSpPr/>
          <p:nvPr/>
        </p:nvSpPr>
        <p:spPr>
          <a:xfrm>
            <a:off x="418248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4" name="CustomShape 101"/>
          <p:cNvSpPr/>
          <p:nvPr/>
        </p:nvSpPr>
        <p:spPr>
          <a:xfrm>
            <a:off x="5766840" y="852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5" name="CustomShape 102"/>
          <p:cNvSpPr/>
          <p:nvPr/>
        </p:nvSpPr>
        <p:spPr>
          <a:xfrm>
            <a:off x="1640880" y="46152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6" name="CustomShape 103"/>
          <p:cNvSpPr/>
          <p:nvPr/>
        </p:nvSpPr>
        <p:spPr>
          <a:xfrm>
            <a:off x="1640880" y="1179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37" name="Group 104"/>
          <p:cNvGrpSpPr/>
          <p:nvPr/>
        </p:nvGrpSpPr>
        <p:grpSpPr>
          <a:xfrm>
            <a:off x="1883520" y="2530440"/>
            <a:ext cx="6096240" cy="54000"/>
            <a:chOff x="1883520" y="2530440"/>
            <a:chExt cx="6096240" cy="54000"/>
          </a:xfrm>
        </p:grpSpPr>
        <p:sp>
          <p:nvSpPr>
            <p:cNvPr id="338" name="Line 105"/>
            <p:cNvSpPr/>
            <p:nvPr/>
          </p:nvSpPr>
          <p:spPr>
            <a:xfrm>
              <a:off x="1883520" y="253656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9" name="Line 106"/>
            <p:cNvSpPr/>
            <p:nvPr/>
          </p:nvSpPr>
          <p:spPr>
            <a:xfrm flipV="1">
              <a:off x="1886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0" name="Line 107"/>
            <p:cNvSpPr/>
            <p:nvPr/>
          </p:nvSpPr>
          <p:spPr>
            <a:xfrm flipV="1">
              <a:off x="21884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1" name="Line 108"/>
            <p:cNvSpPr/>
            <p:nvPr/>
          </p:nvSpPr>
          <p:spPr>
            <a:xfrm flipV="1">
              <a:off x="24904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2" name="Line 109"/>
            <p:cNvSpPr/>
            <p:nvPr/>
          </p:nvSpPr>
          <p:spPr>
            <a:xfrm flipV="1">
              <a:off x="27932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3" name="Line 110"/>
            <p:cNvSpPr/>
            <p:nvPr/>
          </p:nvSpPr>
          <p:spPr>
            <a:xfrm flipV="1">
              <a:off x="34063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4" name="Line 111"/>
            <p:cNvSpPr/>
            <p:nvPr/>
          </p:nvSpPr>
          <p:spPr>
            <a:xfrm flipV="1">
              <a:off x="43239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5" name="Line 112"/>
            <p:cNvSpPr/>
            <p:nvPr/>
          </p:nvSpPr>
          <p:spPr>
            <a:xfrm flipV="1">
              <a:off x="40190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6" name="Line 113"/>
            <p:cNvSpPr/>
            <p:nvPr/>
          </p:nvSpPr>
          <p:spPr>
            <a:xfrm flipV="1">
              <a:off x="37137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7" name="Line 114"/>
            <p:cNvSpPr/>
            <p:nvPr/>
          </p:nvSpPr>
          <p:spPr>
            <a:xfrm flipV="1">
              <a:off x="3101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8" name="Line 115"/>
            <p:cNvSpPr/>
            <p:nvPr/>
          </p:nvSpPr>
          <p:spPr>
            <a:xfrm flipV="1">
              <a:off x="4933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9" name="Line 116"/>
            <p:cNvSpPr/>
            <p:nvPr/>
          </p:nvSpPr>
          <p:spPr>
            <a:xfrm flipV="1">
              <a:off x="46252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0" name="Line 117"/>
            <p:cNvSpPr/>
            <p:nvPr/>
          </p:nvSpPr>
          <p:spPr>
            <a:xfrm flipV="1">
              <a:off x="5235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1" name="Line 118"/>
            <p:cNvSpPr/>
            <p:nvPr/>
          </p:nvSpPr>
          <p:spPr>
            <a:xfrm flipV="1">
              <a:off x="6152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2" name="Line 119"/>
            <p:cNvSpPr/>
            <p:nvPr/>
          </p:nvSpPr>
          <p:spPr>
            <a:xfrm flipV="1">
              <a:off x="6458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3" name="Line 120"/>
            <p:cNvSpPr/>
            <p:nvPr/>
          </p:nvSpPr>
          <p:spPr>
            <a:xfrm flipV="1">
              <a:off x="6760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4" name="Line 121"/>
            <p:cNvSpPr/>
            <p:nvPr/>
          </p:nvSpPr>
          <p:spPr>
            <a:xfrm flipV="1">
              <a:off x="70671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5" name="Line 122"/>
            <p:cNvSpPr/>
            <p:nvPr/>
          </p:nvSpPr>
          <p:spPr>
            <a:xfrm flipV="1">
              <a:off x="7369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6" name="Line 123"/>
            <p:cNvSpPr/>
            <p:nvPr/>
          </p:nvSpPr>
          <p:spPr>
            <a:xfrm flipV="1">
              <a:off x="7675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7" name="Line 124"/>
            <p:cNvSpPr/>
            <p:nvPr/>
          </p:nvSpPr>
          <p:spPr>
            <a:xfrm flipV="1">
              <a:off x="7979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8" name="Line 125"/>
            <p:cNvSpPr/>
            <p:nvPr/>
          </p:nvSpPr>
          <p:spPr>
            <a:xfrm flipV="1">
              <a:off x="5541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9" name="Line 126"/>
            <p:cNvSpPr/>
            <p:nvPr/>
          </p:nvSpPr>
          <p:spPr>
            <a:xfrm flipV="1">
              <a:off x="58435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60" name="Table 127"/>
          <p:cNvGraphicFramePr/>
          <p:nvPr/>
        </p:nvGraphicFramePr>
        <p:xfrm>
          <a:off x="2370600" y="21888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361" name="Group 128"/>
          <p:cNvGrpSpPr/>
          <p:nvPr/>
        </p:nvGrpSpPr>
        <p:grpSpPr>
          <a:xfrm>
            <a:off x="2244240" y="2533320"/>
            <a:ext cx="190440" cy="54000"/>
            <a:chOff x="2244240" y="2533320"/>
            <a:chExt cx="190440" cy="54000"/>
          </a:xfrm>
        </p:grpSpPr>
        <p:sp>
          <p:nvSpPr>
            <p:cNvPr id="362" name="Line 129"/>
            <p:cNvSpPr/>
            <p:nvPr/>
          </p:nvSpPr>
          <p:spPr>
            <a:xfrm flipV="1">
              <a:off x="2244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3" name="Line 130"/>
            <p:cNvSpPr/>
            <p:nvPr/>
          </p:nvSpPr>
          <p:spPr>
            <a:xfrm flipV="1">
              <a:off x="230580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4" name="Line 131"/>
            <p:cNvSpPr/>
            <p:nvPr/>
          </p:nvSpPr>
          <p:spPr>
            <a:xfrm flipV="1">
              <a:off x="2370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5" name="Line 132"/>
            <p:cNvSpPr/>
            <p:nvPr/>
          </p:nvSpPr>
          <p:spPr>
            <a:xfrm flipV="1">
              <a:off x="243432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66" name="CustomShape 133"/>
          <p:cNvSpPr/>
          <p:nvPr/>
        </p:nvSpPr>
        <p:spPr>
          <a:xfrm>
            <a:off x="272628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67" name="CustomShape 134"/>
          <p:cNvSpPr/>
          <p:nvPr/>
        </p:nvSpPr>
        <p:spPr>
          <a:xfrm>
            <a:off x="225720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68" name="CustomShape 135"/>
          <p:cNvSpPr/>
          <p:nvPr/>
        </p:nvSpPr>
        <p:spPr>
          <a:xfrm>
            <a:off x="326052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69" name="Table 136"/>
          <p:cNvGraphicFramePr/>
          <p:nvPr/>
        </p:nvGraphicFramePr>
        <p:xfrm>
          <a:off x="3406680" y="21909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370" name="Group 137"/>
          <p:cNvGrpSpPr/>
          <p:nvPr/>
        </p:nvGrpSpPr>
        <p:grpSpPr>
          <a:xfrm>
            <a:off x="4987440" y="2530800"/>
            <a:ext cx="190080" cy="54000"/>
            <a:chOff x="4987440" y="2530800"/>
            <a:chExt cx="190080" cy="54000"/>
          </a:xfrm>
        </p:grpSpPr>
        <p:sp>
          <p:nvSpPr>
            <p:cNvPr id="371" name="Line 138"/>
            <p:cNvSpPr/>
            <p:nvPr/>
          </p:nvSpPr>
          <p:spPr>
            <a:xfrm flipV="1">
              <a:off x="49874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2" name="Line 139"/>
            <p:cNvSpPr/>
            <p:nvPr/>
          </p:nvSpPr>
          <p:spPr>
            <a:xfrm flipV="1">
              <a:off x="50486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3" name="Line 140"/>
            <p:cNvSpPr/>
            <p:nvPr/>
          </p:nvSpPr>
          <p:spPr>
            <a:xfrm flipV="1">
              <a:off x="511308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4" name="Line 141"/>
            <p:cNvSpPr/>
            <p:nvPr/>
          </p:nvSpPr>
          <p:spPr>
            <a:xfrm flipV="1">
              <a:off x="517716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75" name="CustomShape 142"/>
          <p:cNvSpPr/>
          <p:nvPr/>
        </p:nvSpPr>
        <p:spPr>
          <a:xfrm>
            <a:off x="415260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76" name="CustomShape 143"/>
          <p:cNvSpPr/>
          <p:nvPr/>
        </p:nvSpPr>
        <p:spPr>
          <a:xfrm>
            <a:off x="49683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77" name="Table 144"/>
          <p:cNvGraphicFramePr/>
          <p:nvPr/>
        </p:nvGraphicFramePr>
        <p:xfrm>
          <a:off x="5112360" y="218952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378" name="Group 145"/>
          <p:cNvGrpSpPr/>
          <p:nvPr/>
        </p:nvGrpSpPr>
        <p:grpSpPr>
          <a:xfrm>
            <a:off x="5598000" y="2532600"/>
            <a:ext cx="190440" cy="54000"/>
            <a:chOff x="5598000" y="2532600"/>
            <a:chExt cx="190440" cy="54000"/>
          </a:xfrm>
        </p:grpSpPr>
        <p:sp>
          <p:nvSpPr>
            <p:cNvPr id="379" name="Line 146"/>
            <p:cNvSpPr/>
            <p:nvPr/>
          </p:nvSpPr>
          <p:spPr>
            <a:xfrm flipV="1">
              <a:off x="5598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0" name="Line 147"/>
            <p:cNvSpPr/>
            <p:nvPr/>
          </p:nvSpPr>
          <p:spPr>
            <a:xfrm flipV="1">
              <a:off x="565956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1" name="Line 148"/>
            <p:cNvSpPr/>
            <p:nvPr/>
          </p:nvSpPr>
          <p:spPr>
            <a:xfrm flipV="1">
              <a:off x="5724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2" name="Line 149"/>
            <p:cNvSpPr/>
            <p:nvPr/>
          </p:nvSpPr>
          <p:spPr>
            <a:xfrm flipV="1">
              <a:off x="578808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83" name="Table 150"/>
          <p:cNvGraphicFramePr/>
          <p:nvPr/>
        </p:nvGraphicFramePr>
        <p:xfrm>
          <a:off x="5728320" y="21888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384" name="CustomShape 151"/>
          <p:cNvSpPr/>
          <p:nvPr/>
        </p:nvSpPr>
        <p:spPr>
          <a:xfrm>
            <a:off x="558684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5" name="CustomShape 152"/>
          <p:cNvSpPr/>
          <p:nvPr/>
        </p:nvSpPr>
        <p:spPr>
          <a:xfrm>
            <a:off x="69321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6" name="CustomShape 153"/>
          <p:cNvSpPr/>
          <p:nvPr/>
        </p:nvSpPr>
        <p:spPr>
          <a:xfrm>
            <a:off x="176976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7" name="CustomShape 154"/>
          <p:cNvSpPr/>
          <p:nvPr/>
        </p:nvSpPr>
        <p:spPr>
          <a:xfrm>
            <a:off x="523980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88" name="CustomShape 155"/>
          <p:cNvSpPr/>
          <p:nvPr/>
        </p:nvSpPr>
        <p:spPr>
          <a:xfrm>
            <a:off x="621612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89" name="Group 156"/>
          <p:cNvGrpSpPr/>
          <p:nvPr/>
        </p:nvGrpSpPr>
        <p:grpSpPr>
          <a:xfrm>
            <a:off x="1886400" y="3243240"/>
            <a:ext cx="6096600" cy="54000"/>
            <a:chOff x="1886400" y="3243240"/>
            <a:chExt cx="6096600" cy="54000"/>
          </a:xfrm>
        </p:grpSpPr>
        <p:sp>
          <p:nvSpPr>
            <p:cNvPr id="390" name="Line 157"/>
            <p:cNvSpPr/>
            <p:nvPr/>
          </p:nvSpPr>
          <p:spPr>
            <a:xfrm>
              <a:off x="1886400" y="32493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1" name="Line 158"/>
            <p:cNvSpPr/>
            <p:nvPr/>
          </p:nvSpPr>
          <p:spPr>
            <a:xfrm flipV="1">
              <a:off x="1889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2" name="Line 159"/>
            <p:cNvSpPr/>
            <p:nvPr/>
          </p:nvSpPr>
          <p:spPr>
            <a:xfrm flipV="1">
              <a:off x="21913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3" name="Line 160"/>
            <p:cNvSpPr/>
            <p:nvPr/>
          </p:nvSpPr>
          <p:spPr>
            <a:xfrm flipV="1">
              <a:off x="24937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4" name="Line 161"/>
            <p:cNvSpPr/>
            <p:nvPr/>
          </p:nvSpPr>
          <p:spPr>
            <a:xfrm flipV="1">
              <a:off x="27961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5" name="Line 162"/>
            <p:cNvSpPr/>
            <p:nvPr/>
          </p:nvSpPr>
          <p:spPr>
            <a:xfrm flipV="1">
              <a:off x="34092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6" name="Line 163"/>
            <p:cNvSpPr/>
            <p:nvPr/>
          </p:nvSpPr>
          <p:spPr>
            <a:xfrm flipV="1">
              <a:off x="43268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7" name="Line 164"/>
            <p:cNvSpPr/>
            <p:nvPr/>
          </p:nvSpPr>
          <p:spPr>
            <a:xfrm flipV="1">
              <a:off x="40219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8" name="Line 165"/>
            <p:cNvSpPr/>
            <p:nvPr/>
          </p:nvSpPr>
          <p:spPr>
            <a:xfrm flipV="1">
              <a:off x="3716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9" name="Line 166"/>
            <p:cNvSpPr/>
            <p:nvPr/>
          </p:nvSpPr>
          <p:spPr>
            <a:xfrm flipV="1">
              <a:off x="3104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0" name="Line 167"/>
            <p:cNvSpPr/>
            <p:nvPr/>
          </p:nvSpPr>
          <p:spPr>
            <a:xfrm flipV="1">
              <a:off x="49366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1" name="Line 168"/>
            <p:cNvSpPr/>
            <p:nvPr/>
          </p:nvSpPr>
          <p:spPr>
            <a:xfrm flipV="1">
              <a:off x="462816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2" name="Line 169"/>
            <p:cNvSpPr/>
            <p:nvPr/>
          </p:nvSpPr>
          <p:spPr>
            <a:xfrm flipV="1">
              <a:off x="5238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3" name="Line 170"/>
            <p:cNvSpPr/>
            <p:nvPr/>
          </p:nvSpPr>
          <p:spPr>
            <a:xfrm flipV="1">
              <a:off x="6155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4" name="Line 171"/>
            <p:cNvSpPr/>
            <p:nvPr/>
          </p:nvSpPr>
          <p:spPr>
            <a:xfrm flipV="1">
              <a:off x="6461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5" name="Line 172"/>
            <p:cNvSpPr/>
            <p:nvPr/>
          </p:nvSpPr>
          <p:spPr>
            <a:xfrm flipV="1">
              <a:off x="6764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6" name="Line 173"/>
            <p:cNvSpPr/>
            <p:nvPr/>
          </p:nvSpPr>
          <p:spPr>
            <a:xfrm flipV="1">
              <a:off x="7070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7" name="Line 174"/>
            <p:cNvSpPr/>
            <p:nvPr/>
          </p:nvSpPr>
          <p:spPr>
            <a:xfrm flipV="1">
              <a:off x="7372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8" name="Line 175"/>
            <p:cNvSpPr/>
            <p:nvPr/>
          </p:nvSpPr>
          <p:spPr>
            <a:xfrm flipV="1">
              <a:off x="7678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9" name="Line 176"/>
            <p:cNvSpPr/>
            <p:nvPr/>
          </p:nvSpPr>
          <p:spPr>
            <a:xfrm flipV="1">
              <a:off x="7982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0" name="Line 177"/>
            <p:cNvSpPr/>
            <p:nvPr/>
          </p:nvSpPr>
          <p:spPr>
            <a:xfrm flipV="1">
              <a:off x="5544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1" name="Line 178"/>
            <p:cNvSpPr/>
            <p:nvPr/>
          </p:nvSpPr>
          <p:spPr>
            <a:xfrm flipV="1">
              <a:off x="58464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2" name="Group 179"/>
          <p:cNvGrpSpPr/>
          <p:nvPr/>
        </p:nvGrpSpPr>
        <p:grpSpPr>
          <a:xfrm>
            <a:off x="2244240" y="3245760"/>
            <a:ext cx="190440" cy="54000"/>
            <a:chOff x="2244240" y="3245760"/>
            <a:chExt cx="190440" cy="54000"/>
          </a:xfrm>
        </p:grpSpPr>
        <p:sp>
          <p:nvSpPr>
            <p:cNvPr id="413" name="Line 180"/>
            <p:cNvSpPr/>
            <p:nvPr/>
          </p:nvSpPr>
          <p:spPr>
            <a:xfrm flipV="1">
              <a:off x="2244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4" name="Line 181"/>
            <p:cNvSpPr/>
            <p:nvPr/>
          </p:nvSpPr>
          <p:spPr>
            <a:xfrm flipV="1">
              <a:off x="23058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5" name="Line 182"/>
            <p:cNvSpPr/>
            <p:nvPr/>
          </p:nvSpPr>
          <p:spPr>
            <a:xfrm flipV="1">
              <a:off x="2370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6" name="Line 183"/>
            <p:cNvSpPr/>
            <p:nvPr/>
          </p:nvSpPr>
          <p:spPr>
            <a:xfrm flipV="1">
              <a:off x="243432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7" name="Group 184"/>
          <p:cNvGrpSpPr/>
          <p:nvPr/>
        </p:nvGrpSpPr>
        <p:grpSpPr>
          <a:xfrm>
            <a:off x="3469680" y="3247200"/>
            <a:ext cx="190080" cy="54000"/>
            <a:chOff x="3469680" y="3247200"/>
            <a:chExt cx="190080" cy="54000"/>
          </a:xfrm>
        </p:grpSpPr>
        <p:sp>
          <p:nvSpPr>
            <p:cNvPr id="418" name="Line 185"/>
            <p:cNvSpPr/>
            <p:nvPr/>
          </p:nvSpPr>
          <p:spPr>
            <a:xfrm flipV="1">
              <a:off x="34696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9" name="Line 186"/>
            <p:cNvSpPr/>
            <p:nvPr/>
          </p:nvSpPr>
          <p:spPr>
            <a:xfrm flipV="1">
              <a:off x="35308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0" name="Line 187"/>
            <p:cNvSpPr/>
            <p:nvPr/>
          </p:nvSpPr>
          <p:spPr>
            <a:xfrm flipV="1">
              <a:off x="359532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1" name="Line 188"/>
            <p:cNvSpPr/>
            <p:nvPr/>
          </p:nvSpPr>
          <p:spPr>
            <a:xfrm flipV="1">
              <a:off x="365940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22" name="Table 189"/>
          <p:cNvGraphicFramePr/>
          <p:nvPr/>
        </p:nvGraphicFramePr>
        <p:xfrm>
          <a:off x="2305800" y="29008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423" name="CustomShape 190"/>
          <p:cNvSpPr/>
          <p:nvPr/>
        </p:nvSpPr>
        <p:spPr>
          <a:xfrm>
            <a:off x="338832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4" name="CustomShape 191"/>
          <p:cNvSpPr/>
          <p:nvPr/>
        </p:nvSpPr>
        <p:spPr>
          <a:xfrm>
            <a:off x="218592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5" name="CustomShape 192"/>
          <p:cNvSpPr/>
          <p:nvPr/>
        </p:nvSpPr>
        <p:spPr>
          <a:xfrm>
            <a:off x="176688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6" name="CustomShape 193"/>
          <p:cNvSpPr/>
          <p:nvPr/>
        </p:nvSpPr>
        <p:spPr>
          <a:xfrm>
            <a:off x="497808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7" name="CustomShape 194"/>
          <p:cNvSpPr/>
          <p:nvPr/>
        </p:nvSpPr>
        <p:spPr>
          <a:xfrm>
            <a:off x="662796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428" name="Group 195"/>
          <p:cNvGrpSpPr/>
          <p:nvPr/>
        </p:nvGrpSpPr>
        <p:grpSpPr>
          <a:xfrm>
            <a:off x="4995360" y="3245760"/>
            <a:ext cx="190080" cy="54000"/>
            <a:chOff x="4995360" y="3245760"/>
            <a:chExt cx="190080" cy="54000"/>
          </a:xfrm>
        </p:grpSpPr>
        <p:sp>
          <p:nvSpPr>
            <p:cNvPr id="429" name="Line 196"/>
            <p:cNvSpPr/>
            <p:nvPr/>
          </p:nvSpPr>
          <p:spPr>
            <a:xfrm flipV="1">
              <a:off x="49953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0" name="Line 197"/>
            <p:cNvSpPr/>
            <p:nvPr/>
          </p:nvSpPr>
          <p:spPr>
            <a:xfrm flipV="1">
              <a:off x="50565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1" name="Line 198"/>
            <p:cNvSpPr/>
            <p:nvPr/>
          </p:nvSpPr>
          <p:spPr>
            <a:xfrm flipV="1">
              <a:off x="51210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2" name="Line 199"/>
            <p:cNvSpPr/>
            <p:nvPr/>
          </p:nvSpPr>
          <p:spPr>
            <a:xfrm flipV="1">
              <a:off x="518508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33" name="Table 200"/>
          <p:cNvGraphicFramePr/>
          <p:nvPr/>
        </p:nvGraphicFramePr>
        <p:xfrm>
          <a:off x="3530880" y="29023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4" name="Table 201"/>
          <p:cNvGraphicFramePr/>
          <p:nvPr/>
        </p:nvGraphicFramePr>
        <p:xfrm>
          <a:off x="5114160" y="29008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435" name="CustomShape 202"/>
          <p:cNvSpPr/>
          <p:nvPr/>
        </p:nvSpPr>
        <p:spPr>
          <a:xfrm>
            <a:off x="276876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6" name="CustomShape 203"/>
          <p:cNvSpPr/>
          <p:nvPr/>
        </p:nvSpPr>
        <p:spPr>
          <a:xfrm>
            <a:off x="417600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7" name="CustomShape 204"/>
          <p:cNvSpPr/>
          <p:nvPr/>
        </p:nvSpPr>
        <p:spPr>
          <a:xfrm>
            <a:off x="5760360" y="26154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8" name="CustomShape 205"/>
          <p:cNvSpPr/>
          <p:nvPr/>
        </p:nvSpPr>
        <p:spPr>
          <a:xfrm>
            <a:off x="1634400" y="22248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9" name="CustomShape 206"/>
          <p:cNvSpPr/>
          <p:nvPr/>
        </p:nvSpPr>
        <p:spPr>
          <a:xfrm>
            <a:off x="1634400" y="294228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40" name="Group 207"/>
          <p:cNvGrpSpPr/>
          <p:nvPr/>
        </p:nvGrpSpPr>
        <p:grpSpPr>
          <a:xfrm>
            <a:off x="1886760" y="4166640"/>
            <a:ext cx="6096600" cy="54000"/>
            <a:chOff x="1886760" y="4166640"/>
            <a:chExt cx="6096600" cy="54000"/>
          </a:xfrm>
        </p:grpSpPr>
        <p:sp>
          <p:nvSpPr>
            <p:cNvPr id="441" name="Line 208"/>
            <p:cNvSpPr/>
            <p:nvPr/>
          </p:nvSpPr>
          <p:spPr>
            <a:xfrm>
              <a:off x="1886760" y="41727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2" name="Line 209"/>
            <p:cNvSpPr/>
            <p:nvPr/>
          </p:nvSpPr>
          <p:spPr>
            <a:xfrm flipV="1">
              <a:off x="1889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3" name="Line 210"/>
            <p:cNvSpPr/>
            <p:nvPr/>
          </p:nvSpPr>
          <p:spPr>
            <a:xfrm flipV="1">
              <a:off x="21916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4" name="Line 211"/>
            <p:cNvSpPr/>
            <p:nvPr/>
          </p:nvSpPr>
          <p:spPr>
            <a:xfrm flipV="1">
              <a:off x="24937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5" name="Line 212"/>
            <p:cNvSpPr/>
            <p:nvPr/>
          </p:nvSpPr>
          <p:spPr>
            <a:xfrm flipV="1">
              <a:off x="27964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6" name="Line 213"/>
            <p:cNvSpPr/>
            <p:nvPr/>
          </p:nvSpPr>
          <p:spPr>
            <a:xfrm flipV="1">
              <a:off x="34095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7" name="Line 214"/>
            <p:cNvSpPr/>
            <p:nvPr/>
          </p:nvSpPr>
          <p:spPr>
            <a:xfrm flipV="1">
              <a:off x="43272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8" name="Line 215"/>
            <p:cNvSpPr/>
            <p:nvPr/>
          </p:nvSpPr>
          <p:spPr>
            <a:xfrm flipV="1">
              <a:off x="40222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9" name="Line 216"/>
            <p:cNvSpPr/>
            <p:nvPr/>
          </p:nvSpPr>
          <p:spPr>
            <a:xfrm flipV="1">
              <a:off x="3717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0" name="Line 217"/>
            <p:cNvSpPr/>
            <p:nvPr/>
          </p:nvSpPr>
          <p:spPr>
            <a:xfrm flipV="1">
              <a:off x="3104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1" name="Line 218"/>
            <p:cNvSpPr/>
            <p:nvPr/>
          </p:nvSpPr>
          <p:spPr>
            <a:xfrm flipV="1">
              <a:off x="4937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2" name="Line 219"/>
            <p:cNvSpPr/>
            <p:nvPr/>
          </p:nvSpPr>
          <p:spPr>
            <a:xfrm flipV="1">
              <a:off x="46285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3" name="Line 220"/>
            <p:cNvSpPr/>
            <p:nvPr/>
          </p:nvSpPr>
          <p:spPr>
            <a:xfrm flipV="1">
              <a:off x="5238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4" name="Line 221"/>
            <p:cNvSpPr/>
            <p:nvPr/>
          </p:nvSpPr>
          <p:spPr>
            <a:xfrm flipV="1">
              <a:off x="6155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5" name="Line 222"/>
            <p:cNvSpPr/>
            <p:nvPr/>
          </p:nvSpPr>
          <p:spPr>
            <a:xfrm flipV="1">
              <a:off x="6461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6" name="Line 223"/>
            <p:cNvSpPr/>
            <p:nvPr/>
          </p:nvSpPr>
          <p:spPr>
            <a:xfrm flipV="1">
              <a:off x="6764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7" name="Line 224"/>
            <p:cNvSpPr/>
            <p:nvPr/>
          </p:nvSpPr>
          <p:spPr>
            <a:xfrm flipV="1">
              <a:off x="70704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8" name="Line 225"/>
            <p:cNvSpPr/>
            <p:nvPr/>
          </p:nvSpPr>
          <p:spPr>
            <a:xfrm flipV="1">
              <a:off x="7372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9" name="Line 226"/>
            <p:cNvSpPr/>
            <p:nvPr/>
          </p:nvSpPr>
          <p:spPr>
            <a:xfrm flipV="1">
              <a:off x="7678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0" name="Line 227"/>
            <p:cNvSpPr/>
            <p:nvPr/>
          </p:nvSpPr>
          <p:spPr>
            <a:xfrm flipV="1">
              <a:off x="7983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1" name="Line 228"/>
            <p:cNvSpPr/>
            <p:nvPr/>
          </p:nvSpPr>
          <p:spPr>
            <a:xfrm flipV="1">
              <a:off x="5544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2" name="Line 229"/>
            <p:cNvSpPr/>
            <p:nvPr/>
          </p:nvSpPr>
          <p:spPr>
            <a:xfrm flipV="1">
              <a:off x="58467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63" name="Table 230"/>
          <p:cNvGraphicFramePr/>
          <p:nvPr/>
        </p:nvGraphicFramePr>
        <p:xfrm>
          <a:off x="2373840" y="38250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464" name="Group 231"/>
          <p:cNvGrpSpPr/>
          <p:nvPr/>
        </p:nvGrpSpPr>
        <p:grpSpPr>
          <a:xfrm>
            <a:off x="2247480" y="4169520"/>
            <a:ext cx="190440" cy="54000"/>
            <a:chOff x="2247480" y="4169520"/>
            <a:chExt cx="190440" cy="54000"/>
          </a:xfrm>
        </p:grpSpPr>
        <p:sp>
          <p:nvSpPr>
            <p:cNvPr id="465" name="Line 232"/>
            <p:cNvSpPr/>
            <p:nvPr/>
          </p:nvSpPr>
          <p:spPr>
            <a:xfrm flipV="1">
              <a:off x="2247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6" name="Line 233"/>
            <p:cNvSpPr/>
            <p:nvPr/>
          </p:nvSpPr>
          <p:spPr>
            <a:xfrm flipV="1">
              <a:off x="230904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7" name="Line 234"/>
            <p:cNvSpPr/>
            <p:nvPr/>
          </p:nvSpPr>
          <p:spPr>
            <a:xfrm flipV="1">
              <a:off x="2373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8" name="Line 235"/>
            <p:cNvSpPr/>
            <p:nvPr/>
          </p:nvSpPr>
          <p:spPr>
            <a:xfrm flipV="1">
              <a:off x="243756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69" name="CustomShape 236"/>
          <p:cNvSpPr/>
          <p:nvPr/>
        </p:nvSpPr>
        <p:spPr>
          <a:xfrm>
            <a:off x="272952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0" name="CustomShape 237"/>
          <p:cNvSpPr/>
          <p:nvPr/>
        </p:nvSpPr>
        <p:spPr>
          <a:xfrm>
            <a:off x="226044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71" name="CustomShape 238"/>
          <p:cNvSpPr/>
          <p:nvPr/>
        </p:nvSpPr>
        <p:spPr>
          <a:xfrm>
            <a:off x="326376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72" name="Table 239"/>
          <p:cNvGraphicFramePr/>
          <p:nvPr/>
        </p:nvGraphicFramePr>
        <p:xfrm>
          <a:off x="3409920" y="38271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473" name="Group 240"/>
          <p:cNvGrpSpPr/>
          <p:nvPr/>
        </p:nvGrpSpPr>
        <p:grpSpPr>
          <a:xfrm>
            <a:off x="4990680" y="4167000"/>
            <a:ext cx="190080" cy="54000"/>
            <a:chOff x="4990680" y="4167000"/>
            <a:chExt cx="190080" cy="54000"/>
          </a:xfrm>
        </p:grpSpPr>
        <p:sp>
          <p:nvSpPr>
            <p:cNvPr id="474" name="Line 241"/>
            <p:cNvSpPr/>
            <p:nvPr/>
          </p:nvSpPr>
          <p:spPr>
            <a:xfrm flipV="1">
              <a:off x="49906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5" name="Line 242"/>
            <p:cNvSpPr/>
            <p:nvPr/>
          </p:nvSpPr>
          <p:spPr>
            <a:xfrm flipV="1">
              <a:off x="50518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6" name="Line 243"/>
            <p:cNvSpPr/>
            <p:nvPr/>
          </p:nvSpPr>
          <p:spPr>
            <a:xfrm flipV="1">
              <a:off x="511632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7" name="Line 244"/>
            <p:cNvSpPr/>
            <p:nvPr/>
          </p:nvSpPr>
          <p:spPr>
            <a:xfrm flipV="1">
              <a:off x="518040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78" name="CustomShape 245"/>
          <p:cNvSpPr/>
          <p:nvPr/>
        </p:nvSpPr>
        <p:spPr>
          <a:xfrm>
            <a:off x="415584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9" name="CustomShape 246"/>
          <p:cNvSpPr/>
          <p:nvPr/>
        </p:nvSpPr>
        <p:spPr>
          <a:xfrm>
            <a:off x="497160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80" name="Table 247"/>
          <p:cNvGraphicFramePr/>
          <p:nvPr/>
        </p:nvGraphicFramePr>
        <p:xfrm>
          <a:off x="5115600" y="3825720"/>
          <a:ext cx="914760" cy="307080"/>
        </p:xfrm>
        <a:graphic>
          <a:graphicData uri="http://schemas.openxmlformats.org/drawingml/2006/table">
            <a:tbl>
              <a:tblPr/>
              <a:tblGrid>
                <a:gridCol w="914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481" name="Group 248"/>
          <p:cNvGrpSpPr/>
          <p:nvPr/>
        </p:nvGrpSpPr>
        <p:grpSpPr>
          <a:xfrm>
            <a:off x="5904720" y="4168800"/>
            <a:ext cx="190080" cy="54000"/>
            <a:chOff x="5904720" y="4168800"/>
            <a:chExt cx="190080" cy="54000"/>
          </a:xfrm>
        </p:grpSpPr>
        <p:sp>
          <p:nvSpPr>
            <p:cNvPr id="482" name="Line 249"/>
            <p:cNvSpPr/>
            <p:nvPr/>
          </p:nvSpPr>
          <p:spPr>
            <a:xfrm flipV="1">
              <a:off x="59047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3" name="Line 250"/>
            <p:cNvSpPr/>
            <p:nvPr/>
          </p:nvSpPr>
          <p:spPr>
            <a:xfrm flipV="1">
              <a:off x="59659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4" name="Line 251"/>
            <p:cNvSpPr/>
            <p:nvPr/>
          </p:nvSpPr>
          <p:spPr>
            <a:xfrm flipV="1">
              <a:off x="603036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5" name="Line 252"/>
            <p:cNvSpPr/>
            <p:nvPr/>
          </p:nvSpPr>
          <p:spPr>
            <a:xfrm flipV="1">
              <a:off x="609444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86" name="Table 253"/>
          <p:cNvGraphicFramePr/>
          <p:nvPr/>
        </p:nvGraphicFramePr>
        <p:xfrm>
          <a:off x="6031440" y="38250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487" name="CustomShape 254"/>
          <p:cNvSpPr/>
          <p:nvPr/>
        </p:nvSpPr>
        <p:spPr>
          <a:xfrm>
            <a:off x="58856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8" name="CustomShape 255"/>
          <p:cNvSpPr/>
          <p:nvPr/>
        </p:nvSpPr>
        <p:spPr>
          <a:xfrm>
            <a:off x="72284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9" name="CustomShape 256"/>
          <p:cNvSpPr/>
          <p:nvPr/>
        </p:nvSpPr>
        <p:spPr>
          <a:xfrm>
            <a:off x="177300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90" name="CustomShape 257"/>
          <p:cNvSpPr/>
          <p:nvPr/>
        </p:nvSpPr>
        <p:spPr>
          <a:xfrm>
            <a:off x="539964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91" name="CustomShape 258"/>
          <p:cNvSpPr/>
          <p:nvPr/>
        </p:nvSpPr>
        <p:spPr>
          <a:xfrm>
            <a:off x="653616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92" name="Group 259"/>
          <p:cNvGrpSpPr/>
          <p:nvPr/>
        </p:nvGrpSpPr>
        <p:grpSpPr>
          <a:xfrm>
            <a:off x="1889640" y="4879440"/>
            <a:ext cx="6096600" cy="54000"/>
            <a:chOff x="1889640" y="4879440"/>
            <a:chExt cx="6096600" cy="54000"/>
          </a:xfrm>
        </p:grpSpPr>
        <p:sp>
          <p:nvSpPr>
            <p:cNvPr id="493" name="Line 260"/>
            <p:cNvSpPr/>
            <p:nvPr/>
          </p:nvSpPr>
          <p:spPr>
            <a:xfrm>
              <a:off x="1889640" y="48855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4" name="Line 261"/>
            <p:cNvSpPr/>
            <p:nvPr/>
          </p:nvSpPr>
          <p:spPr>
            <a:xfrm flipV="1">
              <a:off x="1892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5" name="Line 262"/>
            <p:cNvSpPr/>
            <p:nvPr/>
          </p:nvSpPr>
          <p:spPr>
            <a:xfrm flipV="1">
              <a:off x="21945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6" name="Line 263"/>
            <p:cNvSpPr/>
            <p:nvPr/>
          </p:nvSpPr>
          <p:spPr>
            <a:xfrm flipV="1">
              <a:off x="24969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7" name="Line 264"/>
            <p:cNvSpPr/>
            <p:nvPr/>
          </p:nvSpPr>
          <p:spPr>
            <a:xfrm flipV="1">
              <a:off x="27993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8" name="Line 265"/>
            <p:cNvSpPr/>
            <p:nvPr/>
          </p:nvSpPr>
          <p:spPr>
            <a:xfrm flipV="1">
              <a:off x="34124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9" name="Line 266"/>
            <p:cNvSpPr/>
            <p:nvPr/>
          </p:nvSpPr>
          <p:spPr>
            <a:xfrm flipV="1">
              <a:off x="43300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0" name="Line 267"/>
            <p:cNvSpPr/>
            <p:nvPr/>
          </p:nvSpPr>
          <p:spPr>
            <a:xfrm flipV="1">
              <a:off x="40251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1" name="Line 268"/>
            <p:cNvSpPr/>
            <p:nvPr/>
          </p:nvSpPr>
          <p:spPr>
            <a:xfrm flipV="1">
              <a:off x="3719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2" name="Line 269"/>
            <p:cNvSpPr/>
            <p:nvPr/>
          </p:nvSpPr>
          <p:spPr>
            <a:xfrm flipV="1">
              <a:off x="3107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3" name="Line 270"/>
            <p:cNvSpPr/>
            <p:nvPr/>
          </p:nvSpPr>
          <p:spPr>
            <a:xfrm flipV="1">
              <a:off x="4940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4" name="Line 271"/>
            <p:cNvSpPr/>
            <p:nvPr/>
          </p:nvSpPr>
          <p:spPr>
            <a:xfrm flipV="1">
              <a:off x="46314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5" name="Line 272"/>
            <p:cNvSpPr/>
            <p:nvPr/>
          </p:nvSpPr>
          <p:spPr>
            <a:xfrm flipV="1">
              <a:off x="5241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6" name="Line 273"/>
            <p:cNvSpPr/>
            <p:nvPr/>
          </p:nvSpPr>
          <p:spPr>
            <a:xfrm flipV="1">
              <a:off x="615852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7" name="Line 274"/>
            <p:cNvSpPr/>
            <p:nvPr/>
          </p:nvSpPr>
          <p:spPr>
            <a:xfrm flipV="1">
              <a:off x="6464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8" name="Line 275"/>
            <p:cNvSpPr/>
            <p:nvPr/>
          </p:nvSpPr>
          <p:spPr>
            <a:xfrm flipV="1">
              <a:off x="6767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9" name="Line 276"/>
            <p:cNvSpPr/>
            <p:nvPr/>
          </p:nvSpPr>
          <p:spPr>
            <a:xfrm flipV="1">
              <a:off x="7073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0" name="Line 277"/>
            <p:cNvSpPr/>
            <p:nvPr/>
          </p:nvSpPr>
          <p:spPr>
            <a:xfrm flipV="1">
              <a:off x="73756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1" name="Line 278"/>
            <p:cNvSpPr/>
            <p:nvPr/>
          </p:nvSpPr>
          <p:spPr>
            <a:xfrm flipV="1">
              <a:off x="76820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2" name="Line 279"/>
            <p:cNvSpPr/>
            <p:nvPr/>
          </p:nvSpPr>
          <p:spPr>
            <a:xfrm flipV="1">
              <a:off x="7985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3" name="Line 280"/>
            <p:cNvSpPr/>
            <p:nvPr/>
          </p:nvSpPr>
          <p:spPr>
            <a:xfrm flipV="1">
              <a:off x="5547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4" name="Line 281"/>
            <p:cNvSpPr/>
            <p:nvPr/>
          </p:nvSpPr>
          <p:spPr>
            <a:xfrm flipV="1">
              <a:off x="58500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15" name="Group 282"/>
          <p:cNvGrpSpPr/>
          <p:nvPr/>
        </p:nvGrpSpPr>
        <p:grpSpPr>
          <a:xfrm>
            <a:off x="2247480" y="4881960"/>
            <a:ext cx="190440" cy="54000"/>
            <a:chOff x="2247480" y="4881960"/>
            <a:chExt cx="190440" cy="54000"/>
          </a:xfrm>
        </p:grpSpPr>
        <p:sp>
          <p:nvSpPr>
            <p:cNvPr id="516" name="Line 283"/>
            <p:cNvSpPr/>
            <p:nvPr/>
          </p:nvSpPr>
          <p:spPr>
            <a:xfrm flipV="1">
              <a:off x="2247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7" name="Line 284"/>
            <p:cNvSpPr/>
            <p:nvPr/>
          </p:nvSpPr>
          <p:spPr>
            <a:xfrm flipV="1">
              <a:off x="23090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8" name="Line 285"/>
            <p:cNvSpPr/>
            <p:nvPr/>
          </p:nvSpPr>
          <p:spPr>
            <a:xfrm flipV="1">
              <a:off x="2373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9" name="Line 286"/>
            <p:cNvSpPr/>
            <p:nvPr/>
          </p:nvSpPr>
          <p:spPr>
            <a:xfrm flipV="1">
              <a:off x="243756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20" name="Group 287"/>
          <p:cNvGrpSpPr/>
          <p:nvPr/>
        </p:nvGrpSpPr>
        <p:grpSpPr>
          <a:xfrm>
            <a:off x="3472920" y="4883400"/>
            <a:ext cx="190080" cy="54000"/>
            <a:chOff x="3472920" y="4883400"/>
            <a:chExt cx="190080" cy="54000"/>
          </a:xfrm>
        </p:grpSpPr>
        <p:sp>
          <p:nvSpPr>
            <p:cNvPr id="521" name="Line 288"/>
            <p:cNvSpPr/>
            <p:nvPr/>
          </p:nvSpPr>
          <p:spPr>
            <a:xfrm flipV="1">
              <a:off x="34729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2" name="Line 289"/>
            <p:cNvSpPr/>
            <p:nvPr/>
          </p:nvSpPr>
          <p:spPr>
            <a:xfrm flipV="1">
              <a:off x="35341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3" name="Line 290"/>
            <p:cNvSpPr/>
            <p:nvPr/>
          </p:nvSpPr>
          <p:spPr>
            <a:xfrm flipV="1">
              <a:off x="359856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4" name="Line 291"/>
            <p:cNvSpPr/>
            <p:nvPr/>
          </p:nvSpPr>
          <p:spPr>
            <a:xfrm flipV="1">
              <a:off x="366264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25" name="Table 292"/>
          <p:cNvGraphicFramePr/>
          <p:nvPr/>
        </p:nvGraphicFramePr>
        <p:xfrm>
          <a:off x="2309040" y="45370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526" name="CustomShape 293"/>
          <p:cNvSpPr/>
          <p:nvPr/>
        </p:nvSpPr>
        <p:spPr>
          <a:xfrm>
            <a:off x="339156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7" name="CustomShape 294"/>
          <p:cNvSpPr/>
          <p:nvPr/>
        </p:nvSpPr>
        <p:spPr>
          <a:xfrm>
            <a:off x="218916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8" name="CustomShape 295"/>
          <p:cNvSpPr/>
          <p:nvPr/>
        </p:nvSpPr>
        <p:spPr>
          <a:xfrm>
            <a:off x="177012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9" name="CustomShape 296"/>
          <p:cNvSpPr/>
          <p:nvPr/>
        </p:nvSpPr>
        <p:spPr>
          <a:xfrm>
            <a:off x="498132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30" name="CustomShape 297"/>
          <p:cNvSpPr/>
          <p:nvPr/>
        </p:nvSpPr>
        <p:spPr>
          <a:xfrm>
            <a:off x="663120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531" name="Group 298"/>
          <p:cNvGrpSpPr/>
          <p:nvPr/>
        </p:nvGrpSpPr>
        <p:grpSpPr>
          <a:xfrm>
            <a:off x="4998600" y="4881960"/>
            <a:ext cx="190080" cy="54000"/>
            <a:chOff x="4998600" y="4881960"/>
            <a:chExt cx="190080" cy="54000"/>
          </a:xfrm>
        </p:grpSpPr>
        <p:sp>
          <p:nvSpPr>
            <p:cNvPr id="532" name="Line 299"/>
            <p:cNvSpPr/>
            <p:nvPr/>
          </p:nvSpPr>
          <p:spPr>
            <a:xfrm flipV="1">
              <a:off x="49986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3" name="Line 300"/>
            <p:cNvSpPr/>
            <p:nvPr/>
          </p:nvSpPr>
          <p:spPr>
            <a:xfrm flipV="1">
              <a:off x="50598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4" name="Line 301"/>
            <p:cNvSpPr/>
            <p:nvPr/>
          </p:nvSpPr>
          <p:spPr>
            <a:xfrm flipV="1">
              <a:off x="51242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5" name="Line 302"/>
            <p:cNvSpPr/>
            <p:nvPr/>
          </p:nvSpPr>
          <p:spPr>
            <a:xfrm flipV="1">
              <a:off x="518832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36" name="Table 303"/>
          <p:cNvGraphicFramePr/>
          <p:nvPr/>
        </p:nvGraphicFramePr>
        <p:xfrm>
          <a:off x="3534120" y="45385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7" name="Table 304"/>
          <p:cNvGraphicFramePr/>
          <p:nvPr/>
        </p:nvGraphicFramePr>
        <p:xfrm>
          <a:off x="5117400" y="45370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538" name="CustomShape 305"/>
          <p:cNvSpPr/>
          <p:nvPr/>
        </p:nvSpPr>
        <p:spPr>
          <a:xfrm>
            <a:off x="277200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39" name="CustomShape 306"/>
          <p:cNvSpPr/>
          <p:nvPr/>
        </p:nvSpPr>
        <p:spPr>
          <a:xfrm>
            <a:off x="417924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0" name="CustomShape 307"/>
          <p:cNvSpPr/>
          <p:nvPr/>
        </p:nvSpPr>
        <p:spPr>
          <a:xfrm>
            <a:off x="5704920" y="42516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1" name="CustomShape 308"/>
          <p:cNvSpPr/>
          <p:nvPr/>
        </p:nvSpPr>
        <p:spPr>
          <a:xfrm>
            <a:off x="1637640" y="3861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2" name="CustomShape 309"/>
          <p:cNvSpPr/>
          <p:nvPr/>
        </p:nvSpPr>
        <p:spPr>
          <a:xfrm>
            <a:off x="1637640" y="457884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1"/>
          <p:cNvGrpSpPr/>
          <p:nvPr/>
        </p:nvGrpSpPr>
        <p:grpSpPr>
          <a:xfrm>
            <a:off x="1890000" y="767160"/>
            <a:ext cx="6096240" cy="54000"/>
            <a:chOff x="1890000" y="767160"/>
            <a:chExt cx="6096240" cy="54000"/>
          </a:xfrm>
        </p:grpSpPr>
        <p:sp>
          <p:nvSpPr>
            <p:cNvPr id="235" name="Line 2"/>
            <p:cNvSpPr/>
            <p:nvPr/>
          </p:nvSpPr>
          <p:spPr>
            <a:xfrm>
              <a:off x="1890000" y="773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6" name="Line 3"/>
            <p:cNvSpPr/>
            <p:nvPr/>
          </p:nvSpPr>
          <p:spPr>
            <a:xfrm flipV="1">
              <a:off x="1892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7" name="Line 4"/>
            <p:cNvSpPr/>
            <p:nvPr/>
          </p:nvSpPr>
          <p:spPr>
            <a:xfrm flipV="1">
              <a:off x="219492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8" name="Line 5"/>
            <p:cNvSpPr/>
            <p:nvPr/>
          </p:nvSpPr>
          <p:spPr>
            <a:xfrm flipV="1">
              <a:off x="24969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9" name="Line 6"/>
            <p:cNvSpPr/>
            <p:nvPr/>
          </p:nvSpPr>
          <p:spPr>
            <a:xfrm flipV="1">
              <a:off x="27993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0" name="Line 7"/>
            <p:cNvSpPr/>
            <p:nvPr/>
          </p:nvSpPr>
          <p:spPr>
            <a:xfrm flipV="1">
              <a:off x="34128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1" name="Line 8"/>
            <p:cNvSpPr/>
            <p:nvPr/>
          </p:nvSpPr>
          <p:spPr>
            <a:xfrm flipV="1">
              <a:off x="43304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2" name="Line 9"/>
            <p:cNvSpPr/>
            <p:nvPr/>
          </p:nvSpPr>
          <p:spPr>
            <a:xfrm flipV="1">
              <a:off x="40251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3" name="Line 10"/>
            <p:cNvSpPr/>
            <p:nvPr/>
          </p:nvSpPr>
          <p:spPr>
            <a:xfrm flipV="1">
              <a:off x="3720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4" name="Line 11"/>
            <p:cNvSpPr/>
            <p:nvPr/>
          </p:nvSpPr>
          <p:spPr>
            <a:xfrm flipV="1">
              <a:off x="3107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5" name="Line 12"/>
            <p:cNvSpPr/>
            <p:nvPr/>
          </p:nvSpPr>
          <p:spPr>
            <a:xfrm flipV="1">
              <a:off x="4940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6" name="Line 13"/>
            <p:cNvSpPr/>
            <p:nvPr/>
          </p:nvSpPr>
          <p:spPr>
            <a:xfrm flipV="1">
              <a:off x="46314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7" name="Line 14"/>
            <p:cNvSpPr/>
            <p:nvPr/>
          </p:nvSpPr>
          <p:spPr>
            <a:xfrm flipV="1">
              <a:off x="5241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8" name="Line 15"/>
            <p:cNvSpPr/>
            <p:nvPr/>
          </p:nvSpPr>
          <p:spPr>
            <a:xfrm flipV="1">
              <a:off x="6158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9" name="Line 16"/>
            <p:cNvSpPr/>
            <p:nvPr/>
          </p:nvSpPr>
          <p:spPr>
            <a:xfrm flipV="1">
              <a:off x="6464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0" name="Line 17"/>
            <p:cNvSpPr/>
            <p:nvPr/>
          </p:nvSpPr>
          <p:spPr>
            <a:xfrm flipV="1">
              <a:off x="6767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1" name="Line 18"/>
            <p:cNvSpPr/>
            <p:nvPr/>
          </p:nvSpPr>
          <p:spPr>
            <a:xfrm flipV="1">
              <a:off x="7073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2" name="Line 19"/>
            <p:cNvSpPr/>
            <p:nvPr/>
          </p:nvSpPr>
          <p:spPr>
            <a:xfrm flipV="1">
              <a:off x="7376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3" name="Line 20"/>
            <p:cNvSpPr/>
            <p:nvPr/>
          </p:nvSpPr>
          <p:spPr>
            <a:xfrm flipV="1">
              <a:off x="7682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4" name="Line 21"/>
            <p:cNvSpPr/>
            <p:nvPr/>
          </p:nvSpPr>
          <p:spPr>
            <a:xfrm flipV="1">
              <a:off x="7985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5" name="Line 22"/>
            <p:cNvSpPr/>
            <p:nvPr/>
          </p:nvSpPr>
          <p:spPr>
            <a:xfrm flipV="1">
              <a:off x="55476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6" name="Line 23"/>
            <p:cNvSpPr/>
            <p:nvPr/>
          </p:nvSpPr>
          <p:spPr>
            <a:xfrm flipV="1">
              <a:off x="58500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57" name="Table 24"/>
          <p:cNvGraphicFramePr/>
          <p:nvPr/>
        </p:nvGraphicFramePr>
        <p:xfrm>
          <a:off x="2376720" y="425520"/>
          <a:ext cx="1038960" cy="30744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258" name="Group 25"/>
          <p:cNvGrpSpPr/>
          <p:nvPr/>
        </p:nvGrpSpPr>
        <p:grpSpPr>
          <a:xfrm>
            <a:off x="2250720" y="770040"/>
            <a:ext cx="190440" cy="54000"/>
            <a:chOff x="2250720" y="770040"/>
            <a:chExt cx="190440" cy="54000"/>
          </a:xfrm>
        </p:grpSpPr>
        <p:sp>
          <p:nvSpPr>
            <p:cNvPr id="259" name="Line 26"/>
            <p:cNvSpPr/>
            <p:nvPr/>
          </p:nvSpPr>
          <p:spPr>
            <a:xfrm flipV="1">
              <a:off x="2250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0" name="Line 27"/>
            <p:cNvSpPr/>
            <p:nvPr/>
          </p:nvSpPr>
          <p:spPr>
            <a:xfrm flipV="1">
              <a:off x="23119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1" name="Line 28"/>
            <p:cNvSpPr/>
            <p:nvPr/>
          </p:nvSpPr>
          <p:spPr>
            <a:xfrm flipV="1">
              <a:off x="2376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2" name="Line 29"/>
            <p:cNvSpPr/>
            <p:nvPr/>
          </p:nvSpPr>
          <p:spPr>
            <a:xfrm flipV="1">
              <a:off x="244080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63" name="CustomShape 30"/>
          <p:cNvSpPr/>
          <p:nvPr/>
        </p:nvSpPr>
        <p:spPr>
          <a:xfrm>
            <a:off x="273276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64" name="CustomShape 31"/>
          <p:cNvSpPr/>
          <p:nvPr/>
        </p:nvSpPr>
        <p:spPr>
          <a:xfrm>
            <a:off x="226368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65" name="CustomShape 32"/>
          <p:cNvSpPr/>
          <p:nvPr/>
        </p:nvSpPr>
        <p:spPr>
          <a:xfrm>
            <a:off x="326700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66" name="Table 33"/>
          <p:cNvGraphicFramePr/>
          <p:nvPr/>
        </p:nvGraphicFramePr>
        <p:xfrm>
          <a:off x="3412800" y="42768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267" name="Group 34"/>
          <p:cNvGrpSpPr/>
          <p:nvPr/>
        </p:nvGrpSpPr>
        <p:grpSpPr>
          <a:xfrm>
            <a:off x="4993920" y="767520"/>
            <a:ext cx="190080" cy="54000"/>
            <a:chOff x="4993920" y="767520"/>
            <a:chExt cx="190080" cy="54000"/>
          </a:xfrm>
        </p:grpSpPr>
        <p:sp>
          <p:nvSpPr>
            <p:cNvPr id="268" name="Line 35"/>
            <p:cNvSpPr/>
            <p:nvPr/>
          </p:nvSpPr>
          <p:spPr>
            <a:xfrm flipV="1">
              <a:off x="49939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9" name="Line 36"/>
            <p:cNvSpPr/>
            <p:nvPr/>
          </p:nvSpPr>
          <p:spPr>
            <a:xfrm flipV="1">
              <a:off x="50551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0" name="Line 37"/>
            <p:cNvSpPr/>
            <p:nvPr/>
          </p:nvSpPr>
          <p:spPr>
            <a:xfrm flipV="1">
              <a:off x="511956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1" name="Line 38"/>
            <p:cNvSpPr/>
            <p:nvPr/>
          </p:nvSpPr>
          <p:spPr>
            <a:xfrm flipV="1">
              <a:off x="518364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72" name="CustomShape 39"/>
          <p:cNvSpPr/>
          <p:nvPr/>
        </p:nvSpPr>
        <p:spPr>
          <a:xfrm>
            <a:off x="415872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73" name="CustomShape 40"/>
          <p:cNvSpPr/>
          <p:nvPr/>
        </p:nvSpPr>
        <p:spPr>
          <a:xfrm>
            <a:off x="49748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74" name="Table 41"/>
          <p:cNvGraphicFramePr/>
          <p:nvPr/>
        </p:nvGraphicFramePr>
        <p:xfrm>
          <a:off x="5118840" y="42624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5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2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275" name="Group 42"/>
          <p:cNvGrpSpPr/>
          <p:nvPr/>
        </p:nvGrpSpPr>
        <p:grpSpPr>
          <a:xfrm>
            <a:off x="5604480" y="769320"/>
            <a:ext cx="190440" cy="54000"/>
            <a:chOff x="5604480" y="769320"/>
            <a:chExt cx="190440" cy="54000"/>
          </a:xfrm>
        </p:grpSpPr>
        <p:sp>
          <p:nvSpPr>
            <p:cNvPr id="276" name="Line 43"/>
            <p:cNvSpPr/>
            <p:nvPr/>
          </p:nvSpPr>
          <p:spPr>
            <a:xfrm flipV="1">
              <a:off x="5604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7" name="Line 44"/>
            <p:cNvSpPr/>
            <p:nvPr/>
          </p:nvSpPr>
          <p:spPr>
            <a:xfrm flipV="1">
              <a:off x="56656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8" name="Line 45"/>
            <p:cNvSpPr/>
            <p:nvPr/>
          </p:nvSpPr>
          <p:spPr>
            <a:xfrm flipV="1">
              <a:off x="5730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9" name="Line 46"/>
            <p:cNvSpPr/>
            <p:nvPr/>
          </p:nvSpPr>
          <p:spPr>
            <a:xfrm flipV="1">
              <a:off x="579456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80" name="Table 47"/>
          <p:cNvGraphicFramePr/>
          <p:nvPr/>
        </p:nvGraphicFramePr>
        <p:xfrm>
          <a:off x="5734800" y="42552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281" name="CustomShape 48"/>
          <p:cNvSpPr/>
          <p:nvPr/>
        </p:nvSpPr>
        <p:spPr>
          <a:xfrm>
            <a:off x="559332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2" name="CustomShape 49"/>
          <p:cNvSpPr/>
          <p:nvPr/>
        </p:nvSpPr>
        <p:spPr>
          <a:xfrm>
            <a:off x="69386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3" name="CustomShape 50"/>
          <p:cNvSpPr/>
          <p:nvPr/>
        </p:nvSpPr>
        <p:spPr>
          <a:xfrm>
            <a:off x="177624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4" name="CustomShape 51"/>
          <p:cNvSpPr/>
          <p:nvPr/>
        </p:nvSpPr>
        <p:spPr>
          <a:xfrm>
            <a:off x="524628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85" name="CustomShape 52"/>
          <p:cNvSpPr/>
          <p:nvPr/>
        </p:nvSpPr>
        <p:spPr>
          <a:xfrm>
            <a:off x="622260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286" name="Group 53"/>
          <p:cNvGrpSpPr/>
          <p:nvPr/>
        </p:nvGrpSpPr>
        <p:grpSpPr>
          <a:xfrm>
            <a:off x="1892880" y="1479960"/>
            <a:ext cx="6096240" cy="54000"/>
            <a:chOff x="1892880" y="1479960"/>
            <a:chExt cx="6096240" cy="54000"/>
          </a:xfrm>
        </p:grpSpPr>
        <p:sp>
          <p:nvSpPr>
            <p:cNvPr id="287" name="Line 54"/>
            <p:cNvSpPr/>
            <p:nvPr/>
          </p:nvSpPr>
          <p:spPr>
            <a:xfrm>
              <a:off x="1892880" y="1486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8" name="Line 55"/>
            <p:cNvSpPr/>
            <p:nvPr/>
          </p:nvSpPr>
          <p:spPr>
            <a:xfrm flipV="1">
              <a:off x="1895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9" name="Line 56"/>
            <p:cNvSpPr/>
            <p:nvPr/>
          </p:nvSpPr>
          <p:spPr>
            <a:xfrm flipV="1">
              <a:off x="21978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0" name="Line 57"/>
            <p:cNvSpPr/>
            <p:nvPr/>
          </p:nvSpPr>
          <p:spPr>
            <a:xfrm flipV="1">
              <a:off x="24998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1" name="Line 58"/>
            <p:cNvSpPr/>
            <p:nvPr/>
          </p:nvSpPr>
          <p:spPr>
            <a:xfrm flipV="1">
              <a:off x="28026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2" name="Line 59"/>
            <p:cNvSpPr/>
            <p:nvPr/>
          </p:nvSpPr>
          <p:spPr>
            <a:xfrm flipV="1">
              <a:off x="34156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3" name="Line 60"/>
            <p:cNvSpPr/>
            <p:nvPr/>
          </p:nvSpPr>
          <p:spPr>
            <a:xfrm flipV="1">
              <a:off x="43333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4" name="Line 61"/>
            <p:cNvSpPr/>
            <p:nvPr/>
          </p:nvSpPr>
          <p:spPr>
            <a:xfrm flipV="1">
              <a:off x="40284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5" name="Line 62"/>
            <p:cNvSpPr/>
            <p:nvPr/>
          </p:nvSpPr>
          <p:spPr>
            <a:xfrm flipV="1">
              <a:off x="37231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6" name="Line 63"/>
            <p:cNvSpPr/>
            <p:nvPr/>
          </p:nvSpPr>
          <p:spPr>
            <a:xfrm flipV="1">
              <a:off x="3110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7" name="Line 64"/>
            <p:cNvSpPr/>
            <p:nvPr/>
          </p:nvSpPr>
          <p:spPr>
            <a:xfrm flipV="1">
              <a:off x="4943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8" name="Line 65"/>
            <p:cNvSpPr/>
            <p:nvPr/>
          </p:nvSpPr>
          <p:spPr>
            <a:xfrm flipV="1">
              <a:off x="46346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9" name="Line 66"/>
            <p:cNvSpPr/>
            <p:nvPr/>
          </p:nvSpPr>
          <p:spPr>
            <a:xfrm flipV="1">
              <a:off x="5244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0" name="Line 67"/>
            <p:cNvSpPr/>
            <p:nvPr/>
          </p:nvSpPr>
          <p:spPr>
            <a:xfrm flipV="1">
              <a:off x="6161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1" name="Line 68"/>
            <p:cNvSpPr/>
            <p:nvPr/>
          </p:nvSpPr>
          <p:spPr>
            <a:xfrm flipV="1">
              <a:off x="6467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2" name="Line 69"/>
            <p:cNvSpPr/>
            <p:nvPr/>
          </p:nvSpPr>
          <p:spPr>
            <a:xfrm flipV="1">
              <a:off x="6770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3" name="Line 70"/>
            <p:cNvSpPr/>
            <p:nvPr/>
          </p:nvSpPr>
          <p:spPr>
            <a:xfrm flipV="1">
              <a:off x="70765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4" name="Line 71"/>
            <p:cNvSpPr/>
            <p:nvPr/>
          </p:nvSpPr>
          <p:spPr>
            <a:xfrm flipV="1">
              <a:off x="7378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5" name="Line 72"/>
            <p:cNvSpPr/>
            <p:nvPr/>
          </p:nvSpPr>
          <p:spPr>
            <a:xfrm flipV="1">
              <a:off x="7684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6" name="Line 73"/>
            <p:cNvSpPr/>
            <p:nvPr/>
          </p:nvSpPr>
          <p:spPr>
            <a:xfrm flipV="1">
              <a:off x="7988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7" name="Line 74"/>
            <p:cNvSpPr/>
            <p:nvPr/>
          </p:nvSpPr>
          <p:spPr>
            <a:xfrm flipV="1">
              <a:off x="5550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8" name="Line 75"/>
            <p:cNvSpPr/>
            <p:nvPr/>
          </p:nvSpPr>
          <p:spPr>
            <a:xfrm flipV="1">
              <a:off x="58528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09" name="Group 76"/>
          <p:cNvGrpSpPr/>
          <p:nvPr/>
        </p:nvGrpSpPr>
        <p:grpSpPr>
          <a:xfrm>
            <a:off x="2250720" y="1482480"/>
            <a:ext cx="190440" cy="54000"/>
            <a:chOff x="2250720" y="1482480"/>
            <a:chExt cx="190440" cy="54000"/>
          </a:xfrm>
        </p:grpSpPr>
        <p:sp>
          <p:nvSpPr>
            <p:cNvPr id="310" name="Line 77"/>
            <p:cNvSpPr/>
            <p:nvPr/>
          </p:nvSpPr>
          <p:spPr>
            <a:xfrm flipV="1">
              <a:off x="2250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1" name="Line 78"/>
            <p:cNvSpPr/>
            <p:nvPr/>
          </p:nvSpPr>
          <p:spPr>
            <a:xfrm flipV="1">
              <a:off x="23119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2" name="Line 79"/>
            <p:cNvSpPr/>
            <p:nvPr/>
          </p:nvSpPr>
          <p:spPr>
            <a:xfrm flipV="1">
              <a:off x="2376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3" name="Line 80"/>
            <p:cNvSpPr/>
            <p:nvPr/>
          </p:nvSpPr>
          <p:spPr>
            <a:xfrm flipV="1">
              <a:off x="244080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14" name="Group 81"/>
          <p:cNvGrpSpPr/>
          <p:nvPr/>
        </p:nvGrpSpPr>
        <p:grpSpPr>
          <a:xfrm>
            <a:off x="3475800" y="1483920"/>
            <a:ext cx="190440" cy="54000"/>
            <a:chOff x="3475800" y="1483920"/>
            <a:chExt cx="190440" cy="54000"/>
          </a:xfrm>
        </p:grpSpPr>
        <p:sp>
          <p:nvSpPr>
            <p:cNvPr id="315" name="Line 82"/>
            <p:cNvSpPr/>
            <p:nvPr/>
          </p:nvSpPr>
          <p:spPr>
            <a:xfrm flipV="1">
              <a:off x="3475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6" name="Line 83"/>
            <p:cNvSpPr/>
            <p:nvPr/>
          </p:nvSpPr>
          <p:spPr>
            <a:xfrm flipV="1">
              <a:off x="35370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7" name="Line 84"/>
            <p:cNvSpPr/>
            <p:nvPr/>
          </p:nvSpPr>
          <p:spPr>
            <a:xfrm flipV="1">
              <a:off x="3601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8" name="Line 85"/>
            <p:cNvSpPr/>
            <p:nvPr/>
          </p:nvSpPr>
          <p:spPr>
            <a:xfrm flipV="1">
              <a:off x="366588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19" name="Table 86"/>
          <p:cNvGraphicFramePr/>
          <p:nvPr/>
        </p:nvGraphicFramePr>
        <p:xfrm>
          <a:off x="2312280" y="113760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320" name="CustomShape 87"/>
          <p:cNvSpPr/>
          <p:nvPr/>
        </p:nvSpPr>
        <p:spPr>
          <a:xfrm>
            <a:off x="339480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1" name="CustomShape 88"/>
          <p:cNvSpPr/>
          <p:nvPr/>
        </p:nvSpPr>
        <p:spPr>
          <a:xfrm>
            <a:off x="219204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2" name="CustomShape 89"/>
          <p:cNvSpPr/>
          <p:nvPr/>
        </p:nvSpPr>
        <p:spPr>
          <a:xfrm>
            <a:off x="177336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3" name="CustomShape 90"/>
          <p:cNvSpPr/>
          <p:nvPr/>
        </p:nvSpPr>
        <p:spPr>
          <a:xfrm>
            <a:off x="498456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4" name="CustomShape 91"/>
          <p:cNvSpPr/>
          <p:nvPr/>
        </p:nvSpPr>
        <p:spPr>
          <a:xfrm>
            <a:off x="663444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325" name="Group 92"/>
          <p:cNvGrpSpPr/>
          <p:nvPr/>
        </p:nvGrpSpPr>
        <p:grpSpPr>
          <a:xfrm>
            <a:off x="5001480" y="1482480"/>
            <a:ext cx="190440" cy="54000"/>
            <a:chOff x="5001480" y="1482480"/>
            <a:chExt cx="190440" cy="54000"/>
          </a:xfrm>
        </p:grpSpPr>
        <p:sp>
          <p:nvSpPr>
            <p:cNvPr id="326" name="Line 93"/>
            <p:cNvSpPr/>
            <p:nvPr/>
          </p:nvSpPr>
          <p:spPr>
            <a:xfrm flipV="1">
              <a:off x="5001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7" name="Line 94"/>
            <p:cNvSpPr/>
            <p:nvPr/>
          </p:nvSpPr>
          <p:spPr>
            <a:xfrm flipV="1">
              <a:off x="506304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8" name="Line 95"/>
            <p:cNvSpPr/>
            <p:nvPr/>
          </p:nvSpPr>
          <p:spPr>
            <a:xfrm flipV="1">
              <a:off x="5127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9" name="Line 96"/>
            <p:cNvSpPr/>
            <p:nvPr/>
          </p:nvSpPr>
          <p:spPr>
            <a:xfrm flipV="1">
              <a:off x="519156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30" name="Table 97"/>
          <p:cNvGraphicFramePr/>
          <p:nvPr/>
        </p:nvGraphicFramePr>
        <p:xfrm>
          <a:off x="3537360" y="113904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1" name="Table 98"/>
          <p:cNvGraphicFramePr/>
          <p:nvPr/>
        </p:nvGraphicFramePr>
        <p:xfrm>
          <a:off x="5120280" y="113760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332" name="CustomShape 99"/>
          <p:cNvSpPr/>
          <p:nvPr/>
        </p:nvSpPr>
        <p:spPr>
          <a:xfrm>
            <a:off x="277524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3" name="CustomShape 100"/>
          <p:cNvSpPr/>
          <p:nvPr/>
        </p:nvSpPr>
        <p:spPr>
          <a:xfrm>
            <a:off x="418248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4" name="CustomShape 101"/>
          <p:cNvSpPr/>
          <p:nvPr/>
        </p:nvSpPr>
        <p:spPr>
          <a:xfrm>
            <a:off x="5766840" y="852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5" name="CustomShape 102"/>
          <p:cNvSpPr/>
          <p:nvPr/>
        </p:nvSpPr>
        <p:spPr>
          <a:xfrm>
            <a:off x="1640880" y="46152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6" name="CustomShape 103"/>
          <p:cNvSpPr/>
          <p:nvPr/>
        </p:nvSpPr>
        <p:spPr>
          <a:xfrm>
            <a:off x="1640880" y="1179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37" name="Group 104"/>
          <p:cNvGrpSpPr/>
          <p:nvPr/>
        </p:nvGrpSpPr>
        <p:grpSpPr>
          <a:xfrm>
            <a:off x="1883520" y="2530440"/>
            <a:ext cx="6096240" cy="54000"/>
            <a:chOff x="1883520" y="2530440"/>
            <a:chExt cx="6096240" cy="54000"/>
          </a:xfrm>
        </p:grpSpPr>
        <p:sp>
          <p:nvSpPr>
            <p:cNvPr id="338" name="Line 105"/>
            <p:cNvSpPr/>
            <p:nvPr/>
          </p:nvSpPr>
          <p:spPr>
            <a:xfrm>
              <a:off x="1883520" y="253656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9" name="Line 106"/>
            <p:cNvSpPr/>
            <p:nvPr/>
          </p:nvSpPr>
          <p:spPr>
            <a:xfrm flipV="1">
              <a:off x="1886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0" name="Line 107"/>
            <p:cNvSpPr/>
            <p:nvPr/>
          </p:nvSpPr>
          <p:spPr>
            <a:xfrm flipV="1">
              <a:off x="21884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1" name="Line 108"/>
            <p:cNvSpPr/>
            <p:nvPr/>
          </p:nvSpPr>
          <p:spPr>
            <a:xfrm flipV="1">
              <a:off x="24904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2" name="Line 109"/>
            <p:cNvSpPr/>
            <p:nvPr/>
          </p:nvSpPr>
          <p:spPr>
            <a:xfrm flipV="1">
              <a:off x="27932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3" name="Line 110"/>
            <p:cNvSpPr/>
            <p:nvPr/>
          </p:nvSpPr>
          <p:spPr>
            <a:xfrm flipV="1">
              <a:off x="34063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4" name="Line 111"/>
            <p:cNvSpPr/>
            <p:nvPr/>
          </p:nvSpPr>
          <p:spPr>
            <a:xfrm flipV="1">
              <a:off x="43239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5" name="Line 112"/>
            <p:cNvSpPr/>
            <p:nvPr/>
          </p:nvSpPr>
          <p:spPr>
            <a:xfrm flipV="1">
              <a:off x="40190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6" name="Line 113"/>
            <p:cNvSpPr/>
            <p:nvPr/>
          </p:nvSpPr>
          <p:spPr>
            <a:xfrm flipV="1">
              <a:off x="37137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7" name="Line 114"/>
            <p:cNvSpPr/>
            <p:nvPr/>
          </p:nvSpPr>
          <p:spPr>
            <a:xfrm flipV="1">
              <a:off x="3101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8" name="Line 115"/>
            <p:cNvSpPr/>
            <p:nvPr/>
          </p:nvSpPr>
          <p:spPr>
            <a:xfrm flipV="1">
              <a:off x="4933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9" name="Line 116"/>
            <p:cNvSpPr/>
            <p:nvPr/>
          </p:nvSpPr>
          <p:spPr>
            <a:xfrm flipV="1">
              <a:off x="46252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0" name="Line 117"/>
            <p:cNvSpPr/>
            <p:nvPr/>
          </p:nvSpPr>
          <p:spPr>
            <a:xfrm flipV="1">
              <a:off x="5235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1" name="Line 118"/>
            <p:cNvSpPr/>
            <p:nvPr/>
          </p:nvSpPr>
          <p:spPr>
            <a:xfrm flipV="1">
              <a:off x="6152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2" name="Line 119"/>
            <p:cNvSpPr/>
            <p:nvPr/>
          </p:nvSpPr>
          <p:spPr>
            <a:xfrm flipV="1">
              <a:off x="6458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3" name="Line 120"/>
            <p:cNvSpPr/>
            <p:nvPr/>
          </p:nvSpPr>
          <p:spPr>
            <a:xfrm flipV="1">
              <a:off x="6760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4" name="Line 121"/>
            <p:cNvSpPr/>
            <p:nvPr/>
          </p:nvSpPr>
          <p:spPr>
            <a:xfrm flipV="1">
              <a:off x="70671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5" name="Line 122"/>
            <p:cNvSpPr/>
            <p:nvPr/>
          </p:nvSpPr>
          <p:spPr>
            <a:xfrm flipV="1">
              <a:off x="7369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6" name="Line 123"/>
            <p:cNvSpPr/>
            <p:nvPr/>
          </p:nvSpPr>
          <p:spPr>
            <a:xfrm flipV="1">
              <a:off x="7675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7" name="Line 124"/>
            <p:cNvSpPr/>
            <p:nvPr/>
          </p:nvSpPr>
          <p:spPr>
            <a:xfrm flipV="1">
              <a:off x="7979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8" name="Line 125"/>
            <p:cNvSpPr/>
            <p:nvPr/>
          </p:nvSpPr>
          <p:spPr>
            <a:xfrm flipV="1">
              <a:off x="5541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9" name="Line 126"/>
            <p:cNvSpPr/>
            <p:nvPr/>
          </p:nvSpPr>
          <p:spPr>
            <a:xfrm flipV="1">
              <a:off x="58435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60" name="Table 127"/>
          <p:cNvGraphicFramePr/>
          <p:nvPr/>
        </p:nvGraphicFramePr>
        <p:xfrm>
          <a:off x="2370600" y="21888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361" name="Group 128"/>
          <p:cNvGrpSpPr/>
          <p:nvPr/>
        </p:nvGrpSpPr>
        <p:grpSpPr>
          <a:xfrm>
            <a:off x="2244240" y="2533320"/>
            <a:ext cx="190440" cy="54000"/>
            <a:chOff x="2244240" y="2533320"/>
            <a:chExt cx="190440" cy="54000"/>
          </a:xfrm>
        </p:grpSpPr>
        <p:sp>
          <p:nvSpPr>
            <p:cNvPr id="362" name="Line 129"/>
            <p:cNvSpPr/>
            <p:nvPr/>
          </p:nvSpPr>
          <p:spPr>
            <a:xfrm flipV="1">
              <a:off x="2244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3" name="Line 130"/>
            <p:cNvSpPr/>
            <p:nvPr/>
          </p:nvSpPr>
          <p:spPr>
            <a:xfrm flipV="1">
              <a:off x="230580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4" name="Line 131"/>
            <p:cNvSpPr/>
            <p:nvPr/>
          </p:nvSpPr>
          <p:spPr>
            <a:xfrm flipV="1">
              <a:off x="2370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5" name="Line 132"/>
            <p:cNvSpPr/>
            <p:nvPr/>
          </p:nvSpPr>
          <p:spPr>
            <a:xfrm flipV="1">
              <a:off x="243432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66" name="CustomShape 133"/>
          <p:cNvSpPr/>
          <p:nvPr/>
        </p:nvSpPr>
        <p:spPr>
          <a:xfrm>
            <a:off x="272628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67" name="CustomShape 134"/>
          <p:cNvSpPr/>
          <p:nvPr/>
        </p:nvSpPr>
        <p:spPr>
          <a:xfrm>
            <a:off x="225720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68" name="CustomShape 135"/>
          <p:cNvSpPr/>
          <p:nvPr/>
        </p:nvSpPr>
        <p:spPr>
          <a:xfrm>
            <a:off x="326052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69" name="Table 136"/>
          <p:cNvGraphicFramePr/>
          <p:nvPr/>
        </p:nvGraphicFramePr>
        <p:xfrm>
          <a:off x="3406680" y="21909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370" name="Group 137"/>
          <p:cNvGrpSpPr/>
          <p:nvPr/>
        </p:nvGrpSpPr>
        <p:grpSpPr>
          <a:xfrm>
            <a:off x="4987440" y="2530800"/>
            <a:ext cx="190080" cy="54000"/>
            <a:chOff x="4987440" y="2530800"/>
            <a:chExt cx="190080" cy="54000"/>
          </a:xfrm>
        </p:grpSpPr>
        <p:sp>
          <p:nvSpPr>
            <p:cNvPr id="371" name="Line 138"/>
            <p:cNvSpPr/>
            <p:nvPr/>
          </p:nvSpPr>
          <p:spPr>
            <a:xfrm flipV="1">
              <a:off x="49874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2" name="Line 139"/>
            <p:cNvSpPr/>
            <p:nvPr/>
          </p:nvSpPr>
          <p:spPr>
            <a:xfrm flipV="1">
              <a:off x="50486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3" name="Line 140"/>
            <p:cNvSpPr/>
            <p:nvPr/>
          </p:nvSpPr>
          <p:spPr>
            <a:xfrm flipV="1">
              <a:off x="511308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4" name="Line 141"/>
            <p:cNvSpPr/>
            <p:nvPr/>
          </p:nvSpPr>
          <p:spPr>
            <a:xfrm flipV="1">
              <a:off x="517716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75" name="CustomShape 142"/>
          <p:cNvSpPr/>
          <p:nvPr/>
        </p:nvSpPr>
        <p:spPr>
          <a:xfrm>
            <a:off x="415260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76" name="CustomShape 143"/>
          <p:cNvSpPr/>
          <p:nvPr/>
        </p:nvSpPr>
        <p:spPr>
          <a:xfrm>
            <a:off x="49683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77" name="Table 144"/>
          <p:cNvGraphicFramePr/>
          <p:nvPr/>
        </p:nvGraphicFramePr>
        <p:xfrm>
          <a:off x="5112360" y="218952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378" name="Group 145"/>
          <p:cNvGrpSpPr/>
          <p:nvPr/>
        </p:nvGrpSpPr>
        <p:grpSpPr>
          <a:xfrm>
            <a:off x="5598000" y="2532600"/>
            <a:ext cx="190440" cy="54000"/>
            <a:chOff x="5598000" y="2532600"/>
            <a:chExt cx="190440" cy="54000"/>
          </a:xfrm>
        </p:grpSpPr>
        <p:sp>
          <p:nvSpPr>
            <p:cNvPr id="379" name="Line 146"/>
            <p:cNvSpPr/>
            <p:nvPr/>
          </p:nvSpPr>
          <p:spPr>
            <a:xfrm flipV="1">
              <a:off x="5598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0" name="Line 147"/>
            <p:cNvSpPr/>
            <p:nvPr/>
          </p:nvSpPr>
          <p:spPr>
            <a:xfrm flipV="1">
              <a:off x="565956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1" name="Line 148"/>
            <p:cNvSpPr/>
            <p:nvPr/>
          </p:nvSpPr>
          <p:spPr>
            <a:xfrm flipV="1">
              <a:off x="5724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2" name="Line 149"/>
            <p:cNvSpPr/>
            <p:nvPr/>
          </p:nvSpPr>
          <p:spPr>
            <a:xfrm flipV="1">
              <a:off x="578808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83" name="Table 150"/>
          <p:cNvGraphicFramePr/>
          <p:nvPr/>
        </p:nvGraphicFramePr>
        <p:xfrm>
          <a:off x="5728320" y="21888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384" name="CustomShape 151"/>
          <p:cNvSpPr/>
          <p:nvPr/>
        </p:nvSpPr>
        <p:spPr>
          <a:xfrm>
            <a:off x="558684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5" name="CustomShape 152"/>
          <p:cNvSpPr/>
          <p:nvPr/>
        </p:nvSpPr>
        <p:spPr>
          <a:xfrm>
            <a:off x="69321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6" name="CustomShape 153"/>
          <p:cNvSpPr/>
          <p:nvPr/>
        </p:nvSpPr>
        <p:spPr>
          <a:xfrm>
            <a:off x="176976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7" name="CustomShape 154"/>
          <p:cNvSpPr/>
          <p:nvPr/>
        </p:nvSpPr>
        <p:spPr>
          <a:xfrm>
            <a:off x="523980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88" name="CustomShape 155"/>
          <p:cNvSpPr/>
          <p:nvPr/>
        </p:nvSpPr>
        <p:spPr>
          <a:xfrm>
            <a:off x="621612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89" name="Group 156"/>
          <p:cNvGrpSpPr/>
          <p:nvPr/>
        </p:nvGrpSpPr>
        <p:grpSpPr>
          <a:xfrm>
            <a:off x="1886400" y="3243240"/>
            <a:ext cx="6096600" cy="54000"/>
            <a:chOff x="1886400" y="3243240"/>
            <a:chExt cx="6096600" cy="54000"/>
          </a:xfrm>
        </p:grpSpPr>
        <p:sp>
          <p:nvSpPr>
            <p:cNvPr id="390" name="Line 157"/>
            <p:cNvSpPr/>
            <p:nvPr/>
          </p:nvSpPr>
          <p:spPr>
            <a:xfrm>
              <a:off x="1886400" y="32493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1" name="Line 158"/>
            <p:cNvSpPr/>
            <p:nvPr/>
          </p:nvSpPr>
          <p:spPr>
            <a:xfrm flipV="1">
              <a:off x="1889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2" name="Line 159"/>
            <p:cNvSpPr/>
            <p:nvPr/>
          </p:nvSpPr>
          <p:spPr>
            <a:xfrm flipV="1">
              <a:off x="21913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3" name="Line 160"/>
            <p:cNvSpPr/>
            <p:nvPr/>
          </p:nvSpPr>
          <p:spPr>
            <a:xfrm flipV="1">
              <a:off x="24937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4" name="Line 161"/>
            <p:cNvSpPr/>
            <p:nvPr/>
          </p:nvSpPr>
          <p:spPr>
            <a:xfrm flipV="1">
              <a:off x="27961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5" name="Line 162"/>
            <p:cNvSpPr/>
            <p:nvPr/>
          </p:nvSpPr>
          <p:spPr>
            <a:xfrm flipV="1">
              <a:off x="34092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6" name="Line 163"/>
            <p:cNvSpPr/>
            <p:nvPr/>
          </p:nvSpPr>
          <p:spPr>
            <a:xfrm flipV="1">
              <a:off x="43268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7" name="Line 164"/>
            <p:cNvSpPr/>
            <p:nvPr/>
          </p:nvSpPr>
          <p:spPr>
            <a:xfrm flipV="1">
              <a:off x="40219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8" name="Line 165"/>
            <p:cNvSpPr/>
            <p:nvPr/>
          </p:nvSpPr>
          <p:spPr>
            <a:xfrm flipV="1">
              <a:off x="3716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9" name="Line 166"/>
            <p:cNvSpPr/>
            <p:nvPr/>
          </p:nvSpPr>
          <p:spPr>
            <a:xfrm flipV="1">
              <a:off x="3104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0" name="Line 167"/>
            <p:cNvSpPr/>
            <p:nvPr/>
          </p:nvSpPr>
          <p:spPr>
            <a:xfrm flipV="1">
              <a:off x="49366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1" name="Line 168"/>
            <p:cNvSpPr/>
            <p:nvPr/>
          </p:nvSpPr>
          <p:spPr>
            <a:xfrm flipV="1">
              <a:off x="462816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2" name="Line 169"/>
            <p:cNvSpPr/>
            <p:nvPr/>
          </p:nvSpPr>
          <p:spPr>
            <a:xfrm flipV="1">
              <a:off x="5238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3" name="Line 170"/>
            <p:cNvSpPr/>
            <p:nvPr/>
          </p:nvSpPr>
          <p:spPr>
            <a:xfrm flipV="1">
              <a:off x="6155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4" name="Line 171"/>
            <p:cNvSpPr/>
            <p:nvPr/>
          </p:nvSpPr>
          <p:spPr>
            <a:xfrm flipV="1">
              <a:off x="6461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5" name="Line 172"/>
            <p:cNvSpPr/>
            <p:nvPr/>
          </p:nvSpPr>
          <p:spPr>
            <a:xfrm flipV="1">
              <a:off x="6764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6" name="Line 173"/>
            <p:cNvSpPr/>
            <p:nvPr/>
          </p:nvSpPr>
          <p:spPr>
            <a:xfrm flipV="1">
              <a:off x="7070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7" name="Line 174"/>
            <p:cNvSpPr/>
            <p:nvPr/>
          </p:nvSpPr>
          <p:spPr>
            <a:xfrm flipV="1">
              <a:off x="7372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8" name="Line 175"/>
            <p:cNvSpPr/>
            <p:nvPr/>
          </p:nvSpPr>
          <p:spPr>
            <a:xfrm flipV="1">
              <a:off x="7678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9" name="Line 176"/>
            <p:cNvSpPr/>
            <p:nvPr/>
          </p:nvSpPr>
          <p:spPr>
            <a:xfrm flipV="1">
              <a:off x="7982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0" name="Line 177"/>
            <p:cNvSpPr/>
            <p:nvPr/>
          </p:nvSpPr>
          <p:spPr>
            <a:xfrm flipV="1">
              <a:off x="5544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1" name="Line 178"/>
            <p:cNvSpPr/>
            <p:nvPr/>
          </p:nvSpPr>
          <p:spPr>
            <a:xfrm flipV="1">
              <a:off x="58464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2" name="Group 179"/>
          <p:cNvGrpSpPr/>
          <p:nvPr/>
        </p:nvGrpSpPr>
        <p:grpSpPr>
          <a:xfrm>
            <a:off x="2244240" y="3245760"/>
            <a:ext cx="190440" cy="54000"/>
            <a:chOff x="2244240" y="3245760"/>
            <a:chExt cx="190440" cy="54000"/>
          </a:xfrm>
        </p:grpSpPr>
        <p:sp>
          <p:nvSpPr>
            <p:cNvPr id="413" name="Line 180"/>
            <p:cNvSpPr/>
            <p:nvPr/>
          </p:nvSpPr>
          <p:spPr>
            <a:xfrm flipV="1">
              <a:off x="2244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4" name="Line 181"/>
            <p:cNvSpPr/>
            <p:nvPr/>
          </p:nvSpPr>
          <p:spPr>
            <a:xfrm flipV="1">
              <a:off x="23058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5" name="Line 182"/>
            <p:cNvSpPr/>
            <p:nvPr/>
          </p:nvSpPr>
          <p:spPr>
            <a:xfrm flipV="1">
              <a:off x="2370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6" name="Line 183"/>
            <p:cNvSpPr/>
            <p:nvPr/>
          </p:nvSpPr>
          <p:spPr>
            <a:xfrm flipV="1">
              <a:off x="243432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7" name="Group 184"/>
          <p:cNvGrpSpPr/>
          <p:nvPr/>
        </p:nvGrpSpPr>
        <p:grpSpPr>
          <a:xfrm>
            <a:off x="3469680" y="3247200"/>
            <a:ext cx="190080" cy="54000"/>
            <a:chOff x="3469680" y="3247200"/>
            <a:chExt cx="190080" cy="54000"/>
          </a:xfrm>
        </p:grpSpPr>
        <p:sp>
          <p:nvSpPr>
            <p:cNvPr id="418" name="Line 185"/>
            <p:cNvSpPr/>
            <p:nvPr/>
          </p:nvSpPr>
          <p:spPr>
            <a:xfrm flipV="1">
              <a:off x="34696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9" name="Line 186"/>
            <p:cNvSpPr/>
            <p:nvPr/>
          </p:nvSpPr>
          <p:spPr>
            <a:xfrm flipV="1">
              <a:off x="35308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0" name="Line 187"/>
            <p:cNvSpPr/>
            <p:nvPr/>
          </p:nvSpPr>
          <p:spPr>
            <a:xfrm flipV="1">
              <a:off x="359532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1" name="Line 188"/>
            <p:cNvSpPr/>
            <p:nvPr/>
          </p:nvSpPr>
          <p:spPr>
            <a:xfrm flipV="1">
              <a:off x="365940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22" name="Table 189"/>
          <p:cNvGraphicFramePr/>
          <p:nvPr/>
        </p:nvGraphicFramePr>
        <p:xfrm>
          <a:off x="2305800" y="29008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423" name="CustomShape 190"/>
          <p:cNvSpPr/>
          <p:nvPr/>
        </p:nvSpPr>
        <p:spPr>
          <a:xfrm>
            <a:off x="338832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4" name="CustomShape 191"/>
          <p:cNvSpPr/>
          <p:nvPr/>
        </p:nvSpPr>
        <p:spPr>
          <a:xfrm>
            <a:off x="218592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5" name="CustomShape 192"/>
          <p:cNvSpPr/>
          <p:nvPr/>
        </p:nvSpPr>
        <p:spPr>
          <a:xfrm>
            <a:off x="176688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6" name="CustomShape 193"/>
          <p:cNvSpPr/>
          <p:nvPr/>
        </p:nvSpPr>
        <p:spPr>
          <a:xfrm>
            <a:off x="497808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7" name="CustomShape 194"/>
          <p:cNvSpPr/>
          <p:nvPr/>
        </p:nvSpPr>
        <p:spPr>
          <a:xfrm>
            <a:off x="662796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428" name="Group 195"/>
          <p:cNvGrpSpPr/>
          <p:nvPr/>
        </p:nvGrpSpPr>
        <p:grpSpPr>
          <a:xfrm>
            <a:off x="4995360" y="3245760"/>
            <a:ext cx="190080" cy="54000"/>
            <a:chOff x="4995360" y="3245760"/>
            <a:chExt cx="190080" cy="54000"/>
          </a:xfrm>
        </p:grpSpPr>
        <p:sp>
          <p:nvSpPr>
            <p:cNvPr id="429" name="Line 196"/>
            <p:cNvSpPr/>
            <p:nvPr/>
          </p:nvSpPr>
          <p:spPr>
            <a:xfrm flipV="1">
              <a:off x="49953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0" name="Line 197"/>
            <p:cNvSpPr/>
            <p:nvPr/>
          </p:nvSpPr>
          <p:spPr>
            <a:xfrm flipV="1">
              <a:off x="50565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1" name="Line 198"/>
            <p:cNvSpPr/>
            <p:nvPr/>
          </p:nvSpPr>
          <p:spPr>
            <a:xfrm flipV="1">
              <a:off x="51210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2" name="Line 199"/>
            <p:cNvSpPr/>
            <p:nvPr/>
          </p:nvSpPr>
          <p:spPr>
            <a:xfrm flipV="1">
              <a:off x="518508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33" name="Table 200"/>
          <p:cNvGraphicFramePr/>
          <p:nvPr/>
        </p:nvGraphicFramePr>
        <p:xfrm>
          <a:off x="3530880" y="29023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4" name="Table 201"/>
          <p:cNvGraphicFramePr/>
          <p:nvPr/>
        </p:nvGraphicFramePr>
        <p:xfrm>
          <a:off x="5114160" y="29008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435" name="CustomShape 202"/>
          <p:cNvSpPr/>
          <p:nvPr/>
        </p:nvSpPr>
        <p:spPr>
          <a:xfrm>
            <a:off x="276876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6" name="CustomShape 203"/>
          <p:cNvSpPr/>
          <p:nvPr/>
        </p:nvSpPr>
        <p:spPr>
          <a:xfrm>
            <a:off x="417600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7" name="CustomShape 204"/>
          <p:cNvSpPr/>
          <p:nvPr/>
        </p:nvSpPr>
        <p:spPr>
          <a:xfrm>
            <a:off x="5760360" y="26154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8" name="CustomShape 205"/>
          <p:cNvSpPr/>
          <p:nvPr/>
        </p:nvSpPr>
        <p:spPr>
          <a:xfrm>
            <a:off x="1634400" y="22248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9" name="CustomShape 206"/>
          <p:cNvSpPr/>
          <p:nvPr/>
        </p:nvSpPr>
        <p:spPr>
          <a:xfrm>
            <a:off x="1634400" y="294228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40" name="Group 207"/>
          <p:cNvGrpSpPr/>
          <p:nvPr/>
        </p:nvGrpSpPr>
        <p:grpSpPr>
          <a:xfrm>
            <a:off x="1886760" y="4166640"/>
            <a:ext cx="6096600" cy="54000"/>
            <a:chOff x="1886760" y="4166640"/>
            <a:chExt cx="6096600" cy="54000"/>
          </a:xfrm>
        </p:grpSpPr>
        <p:sp>
          <p:nvSpPr>
            <p:cNvPr id="441" name="Line 208"/>
            <p:cNvSpPr/>
            <p:nvPr/>
          </p:nvSpPr>
          <p:spPr>
            <a:xfrm>
              <a:off x="1886760" y="41727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2" name="Line 209"/>
            <p:cNvSpPr/>
            <p:nvPr/>
          </p:nvSpPr>
          <p:spPr>
            <a:xfrm flipV="1">
              <a:off x="1889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3" name="Line 210"/>
            <p:cNvSpPr/>
            <p:nvPr/>
          </p:nvSpPr>
          <p:spPr>
            <a:xfrm flipV="1">
              <a:off x="21916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4" name="Line 211"/>
            <p:cNvSpPr/>
            <p:nvPr/>
          </p:nvSpPr>
          <p:spPr>
            <a:xfrm flipV="1">
              <a:off x="24937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5" name="Line 212"/>
            <p:cNvSpPr/>
            <p:nvPr/>
          </p:nvSpPr>
          <p:spPr>
            <a:xfrm flipV="1">
              <a:off x="27964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6" name="Line 213"/>
            <p:cNvSpPr/>
            <p:nvPr/>
          </p:nvSpPr>
          <p:spPr>
            <a:xfrm flipV="1">
              <a:off x="34095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7" name="Line 214"/>
            <p:cNvSpPr/>
            <p:nvPr/>
          </p:nvSpPr>
          <p:spPr>
            <a:xfrm flipV="1">
              <a:off x="43272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8" name="Line 215"/>
            <p:cNvSpPr/>
            <p:nvPr/>
          </p:nvSpPr>
          <p:spPr>
            <a:xfrm flipV="1">
              <a:off x="40222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9" name="Line 216"/>
            <p:cNvSpPr/>
            <p:nvPr/>
          </p:nvSpPr>
          <p:spPr>
            <a:xfrm flipV="1">
              <a:off x="3717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0" name="Line 217"/>
            <p:cNvSpPr/>
            <p:nvPr/>
          </p:nvSpPr>
          <p:spPr>
            <a:xfrm flipV="1">
              <a:off x="3104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1" name="Line 218"/>
            <p:cNvSpPr/>
            <p:nvPr/>
          </p:nvSpPr>
          <p:spPr>
            <a:xfrm flipV="1">
              <a:off x="4937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2" name="Line 219"/>
            <p:cNvSpPr/>
            <p:nvPr/>
          </p:nvSpPr>
          <p:spPr>
            <a:xfrm flipV="1">
              <a:off x="46285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3" name="Line 220"/>
            <p:cNvSpPr/>
            <p:nvPr/>
          </p:nvSpPr>
          <p:spPr>
            <a:xfrm flipV="1">
              <a:off x="5238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4" name="Line 221"/>
            <p:cNvSpPr/>
            <p:nvPr/>
          </p:nvSpPr>
          <p:spPr>
            <a:xfrm flipV="1">
              <a:off x="6155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5" name="Line 222"/>
            <p:cNvSpPr/>
            <p:nvPr/>
          </p:nvSpPr>
          <p:spPr>
            <a:xfrm flipV="1">
              <a:off x="6461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6" name="Line 223"/>
            <p:cNvSpPr/>
            <p:nvPr/>
          </p:nvSpPr>
          <p:spPr>
            <a:xfrm flipV="1">
              <a:off x="6764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7" name="Line 224"/>
            <p:cNvSpPr/>
            <p:nvPr/>
          </p:nvSpPr>
          <p:spPr>
            <a:xfrm flipV="1">
              <a:off x="70704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8" name="Line 225"/>
            <p:cNvSpPr/>
            <p:nvPr/>
          </p:nvSpPr>
          <p:spPr>
            <a:xfrm flipV="1">
              <a:off x="7372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9" name="Line 226"/>
            <p:cNvSpPr/>
            <p:nvPr/>
          </p:nvSpPr>
          <p:spPr>
            <a:xfrm flipV="1">
              <a:off x="7678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0" name="Line 227"/>
            <p:cNvSpPr/>
            <p:nvPr/>
          </p:nvSpPr>
          <p:spPr>
            <a:xfrm flipV="1">
              <a:off x="7983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1" name="Line 228"/>
            <p:cNvSpPr/>
            <p:nvPr/>
          </p:nvSpPr>
          <p:spPr>
            <a:xfrm flipV="1">
              <a:off x="5544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2" name="Line 229"/>
            <p:cNvSpPr/>
            <p:nvPr/>
          </p:nvSpPr>
          <p:spPr>
            <a:xfrm flipV="1">
              <a:off x="58467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63" name="Table 230"/>
          <p:cNvGraphicFramePr/>
          <p:nvPr/>
        </p:nvGraphicFramePr>
        <p:xfrm>
          <a:off x="2373840" y="38250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464" name="Group 231"/>
          <p:cNvGrpSpPr/>
          <p:nvPr/>
        </p:nvGrpSpPr>
        <p:grpSpPr>
          <a:xfrm>
            <a:off x="2247480" y="4169520"/>
            <a:ext cx="190440" cy="54000"/>
            <a:chOff x="2247480" y="4169520"/>
            <a:chExt cx="190440" cy="54000"/>
          </a:xfrm>
        </p:grpSpPr>
        <p:sp>
          <p:nvSpPr>
            <p:cNvPr id="465" name="Line 232"/>
            <p:cNvSpPr/>
            <p:nvPr/>
          </p:nvSpPr>
          <p:spPr>
            <a:xfrm flipV="1">
              <a:off x="2247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6" name="Line 233"/>
            <p:cNvSpPr/>
            <p:nvPr/>
          </p:nvSpPr>
          <p:spPr>
            <a:xfrm flipV="1">
              <a:off x="230904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7" name="Line 234"/>
            <p:cNvSpPr/>
            <p:nvPr/>
          </p:nvSpPr>
          <p:spPr>
            <a:xfrm flipV="1">
              <a:off x="2373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8" name="Line 235"/>
            <p:cNvSpPr/>
            <p:nvPr/>
          </p:nvSpPr>
          <p:spPr>
            <a:xfrm flipV="1">
              <a:off x="243756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69" name="CustomShape 236"/>
          <p:cNvSpPr/>
          <p:nvPr/>
        </p:nvSpPr>
        <p:spPr>
          <a:xfrm>
            <a:off x="272952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0" name="CustomShape 237"/>
          <p:cNvSpPr/>
          <p:nvPr/>
        </p:nvSpPr>
        <p:spPr>
          <a:xfrm>
            <a:off x="226044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71" name="CustomShape 238"/>
          <p:cNvSpPr/>
          <p:nvPr/>
        </p:nvSpPr>
        <p:spPr>
          <a:xfrm>
            <a:off x="326376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72" name="Table 239"/>
          <p:cNvGraphicFramePr/>
          <p:nvPr/>
        </p:nvGraphicFramePr>
        <p:xfrm>
          <a:off x="3409920" y="38271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473" name="Group 240"/>
          <p:cNvGrpSpPr/>
          <p:nvPr/>
        </p:nvGrpSpPr>
        <p:grpSpPr>
          <a:xfrm>
            <a:off x="4990680" y="4167000"/>
            <a:ext cx="190080" cy="54000"/>
            <a:chOff x="4990680" y="4167000"/>
            <a:chExt cx="190080" cy="54000"/>
          </a:xfrm>
        </p:grpSpPr>
        <p:sp>
          <p:nvSpPr>
            <p:cNvPr id="474" name="Line 241"/>
            <p:cNvSpPr/>
            <p:nvPr/>
          </p:nvSpPr>
          <p:spPr>
            <a:xfrm flipV="1">
              <a:off x="49906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5" name="Line 242"/>
            <p:cNvSpPr/>
            <p:nvPr/>
          </p:nvSpPr>
          <p:spPr>
            <a:xfrm flipV="1">
              <a:off x="50518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6" name="Line 243"/>
            <p:cNvSpPr/>
            <p:nvPr/>
          </p:nvSpPr>
          <p:spPr>
            <a:xfrm flipV="1">
              <a:off x="511632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7" name="Line 244"/>
            <p:cNvSpPr/>
            <p:nvPr/>
          </p:nvSpPr>
          <p:spPr>
            <a:xfrm flipV="1">
              <a:off x="518040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78" name="CustomShape 245"/>
          <p:cNvSpPr/>
          <p:nvPr/>
        </p:nvSpPr>
        <p:spPr>
          <a:xfrm>
            <a:off x="415584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9" name="CustomShape 246"/>
          <p:cNvSpPr/>
          <p:nvPr/>
        </p:nvSpPr>
        <p:spPr>
          <a:xfrm>
            <a:off x="497160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80" name="Table 247"/>
          <p:cNvGraphicFramePr/>
          <p:nvPr/>
        </p:nvGraphicFramePr>
        <p:xfrm>
          <a:off x="5115600" y="3825720"/>
          <a:ext cx="914760" cy="307080"/>
        </p:xfrm>
        <a:graphic>
          <a:graphicData uri="http://schemas.openxmlformats.org/drawingml/2006/table">
            <a:tbl>
              <a:tblPr/>
              <a:tblGrid>
                <a:gridCol w="914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481" name="Group 248"/>
          <p:cNvGrpSpPr/>
          <p:nvPr/>
        </p:nvGrpSpPr>
        <p:grpSpPr>
          <a:xfrm>
            <a:off x="5904720" y="4168800"/>
            <a:ext cx="190080" cy="54000"/>
            <a:chOff x="5904720" y="4168800"/>
            <a:chExt cx="190080" cy="54000"/>
          </a:xfrm>
        </p:grpSpPr>
        <p:sp>
          <p:nvSpPr>
            <p:cNvPr id="482" name="Line 249"/>
            <p:cNvSpPr/>
            <p:nvPr/>
          </p:nvSpPr>
          <p:spPr>
            <a:xfrm flipV="1">
              <a:off x="59047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3" name="Line 250"/>
            <p:cNvSpPr/>
            <p:nvPr/>
          </p:nvSpPr>
          <p:spPr>
            <a:xfrm flipV="1">
              <a:off x="59659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4" name="Line 251"/>
            <p:cNvSpPr/>
            <p:nvPr/>
          </p:nvSpPr>
          <p:spPr>
            <a:xfrm flipV="1">
              <a:off x="603036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5" name="Line 252"/>
            <p:cNvSpPr/>
            <p:nvPr/>
          </p:nvSpPr>
          <p:spPr>
            <a:xfrm flipV="1">
              <a:off x="609444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86" name="Table 253"/>
          <p:cNvGraphicFramePr/>
          <p:nvPr/>
        </p:nvGraphicFramePr>
        <p:xfrm>
          <a:off x="6031440" y="38250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487" name="CustomShape 254"/>
          <p:cNvSpPr/>
          <p:nvPr/>
        </p:nvSpPr>
        <p:spPr>
          <a:xfrm>
            <a:off x="58856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8" name="CustomShape 255"/>
          <p:cNvSpPr/>
          <p:nvPr/>
        </p:nvSpPr>
        <p:spPr>
          <a:xfrm>
            <a:off x="72284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9" name="CustomShape 256"/>
          <p:cNvSpPr/>
          <p:nvPr/>
        </p:nvSpPr>
        <p:spPr>
          <a:xfrm>
            <a:off x="177300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90" name="CustomShape 257"/>
          <p:cNvSpPr/>
          <p:nvPr/>
        </p:nvSpPr>
        <p:spPr>
          <a:xfrm>
            <a:off x="539964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91" name="CustomShape 258"/>
          <p:cNvSpPr/>
          <p:nvPr/>
        </p:nvSpPr>
        <p:spPr>
          <a:xfrm>
            <a:off x="653616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92" name="Group 259"/>
          <p:cNvGrpSpPr/>
          <p:nvPr/>
        </p:nvGrpSpPr>
        <p:grpSpPr>
          <a:xfrm>
            <a:off x="1889640" y="4879440"/>
            <a:ext cx="6096600" cy="54000"/>
            <a:chOff x="1889640" y="4879440"/>
            <a:chExt cx="6096600" cy="54000"/>
          </a:xfrm>
        </p:grpSpPr>
        <p:sp>
          <p:nvSpPr>
            <p:cNvPr id="493" name="Line 260"/>
            <p:cNvSpPr/>
            <p:nvPr/>
          </p:nvSpPr>
          <p:spPr>
            <a:xfrm>
              <a:off x="1889640" y="48855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4" name="Line 261"/>
            <p:cNvSpPr/>
            <p:nvPr/>
          </p:nvSpPr>
          <p:spPr>
            <a:xfrm flipV="1">
              <a:off x="1892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5" name="Line 262"/>
            <p:cNvSpPr/>
            <p:nvPr/>
          </p:nvSpPr>
          <p:spPr>
            <a:xfrm flipV="1">
              <a:off x="21945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6" name="Line 263"/>
            <p:cNvSpPr/>
            <p:nvPr/>
          </p:nvSpPr>
          <p:spPr>
            <a:xfrm flipV="1">
              <a:off x="24969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7" name="Line 264"/>
            <p:cNvSpPr/>
            <p:nvPr/>
          </p:nvSpPr>
          <p:spPr>
            <a:xfrm flipV="1">
              <a:off x="27993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8" name="Line 265"/>
            <p:cNvSpPr/>
            <p:nvPr/>
          </p:nvSpPr>
          <p:spPr>
            <a:xfrm flipV="1">
              <a:off x="34124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9" name="Line 266"/>
            <p:cNvSpPr/>
            <p:nvPr/>
          </p:nvSpPr>
          <p:spPr>
            <a:xfrm flipV="1">
              <a:off x="43300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0" name="Line 267"/>
            <p:cNvSpPr/>
            <p:nvPr/>
          </p:nvSpPr>
          <p:spPr>
            <a:xfrm flipV="1">
              <a:off x="40251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1" name="Line 268"/>
            <p:cNvSpPr/>
            <p:nvPr/>
          </p:nvSpPr>
          <p:spPr>
            <a:xfrm flipV="1">
              <a:off x="3719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2" name="Line 269"/>
            <p:cNvSpPr/>
            <p:nvPr/>
          </p:nvSpPr>
          <p:spPr>
            <a:xfrm flipV="1">
              <a:off x="3107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3" name="Line 270"/>
            <p:cNvSpPr/>
            <p:nvPr/>
          </p:nvSpPr>
          <p:spPr>
            <a:xfrm flipV="1">
              <a:off x="4940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4" name="Line 271"/>
            <p:cNvSpPr/>
            <p:nvPr/>
          </p:nvSpPr>
          <p:spPr>
            <a:xfrm flipV="1">
              <a:off x="46314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5" name="Line 272"/>
            <p:cNvSpPr/>
            <p:nvPr/>
          </p:nvSpPr>
          <p:spPr>
            <a:xfrm flipV="1">
              <a:off x="5241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6" name="Line 273"/>
            <p:cNvSpPr/>
            <p:nvPr/>
          </p:nvSpPr>
          <p:spPr>
            <a:xfrm flipV="1">
              <a:off x="615852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7" name="Line 274"/>
            <p:cNvSpPr/>
            <p:nvPr/>
          </p:nvSpPr>
          <p:spPr>
            <a:xfrm flipV="1">
              <a:off x="6464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8" name="Line 275"/>
            <p:cNvSpPr/>
            <p:nvPr/>
          </p:nvSpPr>
          <p:spPr>
            <a:xfrm flipV="1">
              <a:off x="6767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9" name="Line 276"/>
            <p:cNvSpPr/>
            <p:nvPr/>
          </p:nvSpPr>
          <p:spPr>
            <a:xfrm flipV="1">
              <a:off x="7073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0" name="Line 277"/>
            <p:cNvSpPr/>
            <p:nvPr/>
          </p:nvSpPr>
          <p:spPr>
            <a:xfrm flipV="1">
              <a:off x="73756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1" name="Line 278"/>
            <p:cNvSpPr/>
            <p:nvPr/>
          </p:nvSpPr>
          <p:spPr>
            <a:xfrm flipV="1">
              <a:off x="76820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2" name="Line 279"/>
            <p:cNvSpPr/>
            <p:nvPr/>
          </p:nvSpPr>
          <p:spPr>
            <a:xfrm flipV="1">
              <a:off x="7985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3" name="Line 280"/>
            <p:cNvSpPr/>
            <p:nvPr/>
          </p:nvSpPr>
          <p:spPr>
            <a:xfrm flipV="1">
              <a:off x="5547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4" name="Line 281"/>
            <p:cNvSpPr/>
            <p:nvPr/>
          </p:nvSpPr>
          <p:spPr>
            <a:xfrm flipV="1">
              <a:off x="58500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15" name="Group 282"/>
          <p:cNvGrpSpPr/>
          <p:nvPr/>
        </p:nvGrpSpPr>
        <p:grpSpPr>
          <a:xfrm>
            <a:off x="2247480" y="4881960"/>
            <a:ext cx="190440" cy="54000"/>
            <a:chOff x="2247480" y="4881960"/>
            <a:chExt cx="190440" cy="54000"/>
          </a:xfrm>
        </p:grpSpPr>
        <p:sp>
          <p:nvSpPr>
            <p:cNvPr id="516" name="Line 283"/>
            <p:cNvSpPr/>
            <p:nvPr/>
          </p:nvSpPr>
          <p:spPr>
            <a:xfrm flipV="1">
              <a:off x="2247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7" name="Line 284"/>
            <p:cNvSpPr/>
            <p:nvPr/>
          </p:nvSpPr>
          <p:spPr>
            <a:xfrm flipV="1">
              <a:off x="23090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8" name="Line 285"/>
            <p:cNvSpPr/>
            <p:nvPr/>
          </p:nvSpPr>
          <p:spPr>
            <a:xfrm flipV="1">
              <a:off x="2373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9" name="Line 286"/>
            <p:cNvSpPr/>
            <p:nvPr/>
          </p:nvSpPr>
          <p:spPr>
            <a:xfrm flipV="1">
              <a:off x="243756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20" name="Group 287"/>
          <p:cNvGrpSpPr/>
          <p:nvPr/>
        </p:nvGrpSpPr>
        <p:grpSpPr>
          <a:xfrm>
            <a:off x="3472920" y="4883400"/>
            <a:ext cx="190080" cy="54000"/>
            <a:chOff x="3472920" y="4883400"/>
            <a:chExt cx="190080" cy="54000"/>
          </a:xfrm>
        </p:grpSpPr>
        <p:sp>
          <p:nvSpPr>
            <p:cNvPr id="521" name="Line 288"/>
            <p:cNvSpPr/>
            <p:nvPr/>
          </p:nvSpPr>
          <p:spPr>
            <a:xfrm flipV="1">
              <a:off x="34729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2" name="Line 289"/>
            <p:cNvSpPr/>
            <p:nvPr/>
          </p:nvSpPr>
          <p:spPr>
            <a:xfrm flipV="1">
              <a:off x="35341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3" name="Line 290"/>
            <p:cNvSpPr/>
            <p:nvPr/>
          </p:nvSpPr>
          <p:spPr>
            <a:xfrm flipV="1">
              <a:off x="359856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4" name="Line 291"/>
            <p:cNvSpPr/>
            <p:nvPr/>
          </p:nvSpPr>
          <p:spPr>
            <a:xfrm flipV="1">
              <a:off x="366264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25" name="Table 292"/>
          <p:cNvGraphicFramePr/>
          <p:nvPr/>
        </p:nvGraphicFramePr>
        <p:xfrm>
          <a:off x="2309040" y="45370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526" name="CustomShape 293"/>
          <p:cNvSpPr/>
          <p:nvPr/>
        </p:nvSpPr>
        <p:spPr>
          <a:xfrm>
            <a:off x="339156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7" name="CustomShape 294"/>
          <p:cNvSpPr/>
          <p:nvPr/>
        </p:nvSpPr>
        <p:spPr>
          <a:xfrm>
            <a:off x="218916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8" name="CustomShape 295"/>
          <p:cNvSpPr/>
          <p:nvPr/>
        </p:nvSpPr>
        <p:spPr>
          <a:xfrm>
            <a:off x="177012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9" name="CustomShape 296"/>
          <p:cNvSpPr/>
          <p:nvPr/>
        </p:nvSpPr>
        <p:spPr>
          <a:xfrm>
            <a:off x="498132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30" name="CustomShape 297"/>
          <p:cNvSpPr/>
          <p:nvPr/>
        </p:nvSpPr>
        <p:spPr>
          <a:xfrm>
            <a:off x="663120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531" name="Group 298"/>
          <p:cNvGrpSpPr/>
          <p:nvPr/>
        </p:nvGrpSpPr>
        <p:grpSpPr>
          <a:xfrm>
            <a:off x="4998600" y="4881960"/>
            <a:ext cx="190080" cy="54000"/>
            <a:chOff x="4998600" y="4881960"/>
            <a:chExt cx="190080" cy="54000"/>
          </a:xfrm>
        </p:grpSpPr>
        <p:sp>
          <p:nvSpPr>
            <p:cNvPr id="532" name="Line 299"/>
            <p:cNvSpPr/>
            <p:nvPr/>
          </p:nvSpPr>
          <p:spPr>
            <a:xfrm flipV="1">
              <a:off x="49986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3" name="Line 300"/>
            <p:cNvSpPr/>
            <p:nvPr/>
          </p:nvSpPr>
          <p:spPr>
            <a:xfrm flipV="1">
              <a:off x="50598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4" name="Line 301"/>
            <p:cNvSpPr/>
            <p:nvPr/>
          </p:nvSpPr>
          <p:spPr>
            <a:xfrm flipV="1">
              <a:off x="51242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5" name="Line 302"/>
            <p:cNvSpPr/>
            <p:nvPr/>
          </p:nvSpPr>
          <p:spPr>
            <a:xfrm flipV="1">
              <a:off x="518832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36" name="Table 303"/>
          <p:cNvGraphicFramePr/>
          <p:nvPr/>
        </p:nvGraphicFramePr>
        <p:xfrm>
          <a:off x="3534120" y="45385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7" name="Table 304"/>
          <p:cNvGraphicFramePr/>
          <p:nvPr/>
        </p:nvGraphicFramePr>
        <p:xfrm>
          <a:off x="5117400" y="45370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538" name="CustomShape 305"/>
          <p:cNvSpPr/>
          <p:nvPr/>
        </p:nvSpPr>
        <p:spPr>
          <a:xfrm>
            <a:off x="277200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39" name="CustomShape 306"/>
          <p:cNvSpPr/>
          <p:nvPr/>
        </p:nvSpPr>
        <p:spPr>
          <a:xfrm>
            <a:off x="417924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0" name="CustomShape 307"/>
          <p:cNvSpPr/>
          <p:nvPr/>
        </p:nvSpPr>
        <p:spPr>
          <a:xfrm>
            <a:off x="5704920" y="42516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1" name="CustomShape 308"/>
          <p:cNvSpPr/>
          <p:nvPr/>
        </p:nvSpPr>
        <p:spPr>
          <a:xfrm>
            <a:off x="1637640" y="3861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2" name="CustomShape 309"/>
          <p:cNvSpPr/>
          <p:nvPr/>
        </p:nvSpPr>
        <p:spPr>
          <a:xfrm>
            <a:off x="1637640" y="457884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47742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1007</TotalTime>
  <Words>346</Words>
  <Application>Microsoft Office PowerPoint</Application>
  <PresentationFormat>Apresentação na tela (4:3)</PresentationFormat>
  <Paragraphs>211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Calibri</vt:lpstr>
      <vt:lpstr>DejaVu Sans</vt:lpstr>
      <vt:lpstr>Noto Sans CJK SC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UFV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JOSE ELIAS CLAUDIO ARROYO</dc:creator>
  <dc:description/>
  <cp:lastModifiedBy>geflx</cp:lastModifiedBy>
  <cp:revision>38</cp:revision>
  <dcterms:created xsi:type="dcterms:W3CDTF">2016-11-22T14:51:13Z</dcterms:created>
  <dcterms:modified xsi:type="dcterms:W3CDTF">2020-04-08T20:46:51Z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UFV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</Properties>
</file>